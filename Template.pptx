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10287000" cx="18288000"/>
  <p:notesSz cx="10287000" cy="18288000"/>
  <p:embeddedFontLst>
    <p:embeddedFont>
      <p:font typeface="IBM Plex Sans"/>
      <p:regular r:id="rId20"/>
      <p:bold r:id="rId21"/>
      <p:italic r:id="rId22"/>
      <p:boldItalic r:id="rId23"/>
    </p:embeddedFont>
    <p:embeddedFont>
      <p:font typeface="Ubuntu"/>
      <p:regular r:id="rId24"/>
      <p:bold r:id="rId25"/>
      <p:italic r:id="rId26"/>
      <p:boldItalic r:id="rId27"/>
    </p:embeddedFont>
    <p:embeddedFont>
      <p:font typeface="IBM Plex Sans Medium"/>
      <p:regular r:id="rId28"/>
      <p:bold r:id="rId29"/>
      <p:italic r:id="rId30"/>
      <p:boldItalic r:id="rId31"/>
    </p:embeddedFont>
    <p:embeddedFont>
      <p:font typeface="Barlow Semi Condensed"/>
      <p:regular r:id="rId32"/>
      <p:bold r:id="rId33"/>
      <p:italic r:id="rId34"/>
      <p:boldItalic r:id="rId35"/>
    </p:embeddedFont>
    <p:embeddedFont>
      <p:font typeface="IBM Plex Mono"/>
      <p:regular r:id="rId36"/>
      <p:bold r:id="rId37"/>
      <p:italic r:id="rId38"/>
      <p:boldItalic r:id="rId39"/>
    </p:embeddedFont>
    <p:embeddedFont>
      <p:font typeface="Barlow Semi Condensed SemiBold"/>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408">
          <p15:clr>
            <a:srgbClr val="747775"/>
          </p15:clr>
        </p15:guide>
        <p15:guide id="2" pos="5760">
          <p15:clr>
            <a:srgbClr val="A4A3A4"/>
          </p15:clr>
        </p15:guide>
      </p15:sldGuideLst>
    </p:ext>
    <p:ext uri="GoogleSlidesCustomDataVersion2">
      <go:slidesCustomData xmlns:go="http://customooxmlschemas.google.com/" r:id="rId44" roundtripDataSignature="AMtx7mhQwFQGOewN4v1yaMOL7kBK5uFx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408" orient="horz"/>
        <p:guide pos="57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BarlowSemiCondensedSemiBold-regular.fntdata"/><Relationship Id="rId42" Type="http://schemas.openxmlformats.org/officeDocument/2006/relationships/font" Target="fonts/BarlowSemiCondensedSemiBold-italic.fntdata"/><Relationship Id="rId41" Type="http://schemas.openxmlformats.org/officeDocument/2006/relationships/font" Target="fonts/BarlowSemiCondensedSemiBold-bold.fntdata"/><Relationship Id="rId44" Type="http://customschemas.google.com/relationships/presentationmetadata" Target="metadata"/><Relationship Id="rId43" Type="http://schemas.openxmlformats.org/officeDocument/2006/relationships/font" Target="fonts/BarlowSemiCondensedSemiBold-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BMPlexSansMedium-boldItalic.fntdata"/><Relationship Id="rId30" Type="http://schemas.openxmlformats.org/officeDocument/2006/relationships/font" Target="fonts/IBMPlexSansMedium-italic.fntdata"/><Relationship Id="rId33" Type="http://schemas.openxmlformats.org/officeDocument/2006/relationships/font" Target="fonts/BarlowSemiCondensed-bold.fntdata"/><Relationship Id="rId32" Type="http://schemas.openxmlformats.org/officeDocument/2006/relationships/font" Target="fonts/BarlowSemiCondensed-regular.fntdata"/><Relationship Id="rId35" Type="http://schemas.openxmlformats.org/officeDocument/2006/relationships/font" Target="fonts/BarlowSemiCondensed-boldItalic.fntdata"/><Relationship Id="rId34" Type="http://schemas.openxmlformats.org/officeDocument/2006/relationships/font" Target="fonts/BarlowSemiCondensed-italic.fntdata"/><Relationship Id="rId37" Type="http://schemas.openxmlformats.org/officeDocument/2006/relationships/font" Target="fonts/IBMPlexMono-bold.fntdata"/><Relationship Id="rId36" Type="http://schemas.openxmlformats.org/officeDocument/2006/relationships/font" Target="fonts/IBMPlexMono-regular.fntdata"/><Relationship Id="rId39" Type="http://schemas.openxmlformats.org/officeDocument/2006/relationships/font" Target="fonts/IBMPlexMono-boldItalic.fntdata"/><Relationship Id="rId38" Type="http://schemas.openxmlformats.org/officeDocument/2006/relationships/font" Target="fonts/IBMPlexMono-italic.fntdata"/><Relationship Id="rId20" Type="http://schemas.openxmlformats.org/officeDocument/2006/relationships/font" Target="fonts/IBMPlexSans-regular.fntdata"/><Relationship Id="rId22" Type="http://schemas.openxmlformats.org/officeDocument/2006/relationships/font" Target="fonts/IBMPlexSans-italic.fntdata"/><Relationship Id="rId21" Type="http://schemas.openxmlformats.org/officeDocument/2006/relationships/font" Target="fonts/IBMPlexSans-bold.fntdata"/><Relationship Id="rId24" Type="http://schemas.openxmlformats.org/officeDocument/2006/relationships/font" Target="fonts/Ubuntu-regular.fntdata"/><Relationship Id="rId23" Type="http://schemas.openxmlformats.org/officeDocument/2006/relationships/font" Target="fonts/IBMPlexSans-boldItalic.fntdata"/><Relationship Id="rId26" Type="http://schemas.openxmlformats.org/officeDocument/2006/relationships/font" Target="fonts/Ubuntu-italic.fntdata"/><Relationship Id="rId25" Type="http://schemas.openxmlformats.org/officeDocument/2006/relationships/font" Target="fonts/Ubuntu-bold.fntdata"/><Relationship Id="rId28" Type="http://schemas.openxmlformats.org/officeDocument/2006/relationships/font" Target="fonts/IBMPlexSansMedium-regular.fntdata"/><Relationship Id="rId27" Type="http://schemas.openxmlformats.org/officeDocument/2006/relationships/font" Target="fonts/Ubuntu-boldItalic.fntdata"/><Relationship Id="rId29" Type="http://schemas.openxmlformats.org/officeDocument/2006/relationships/font" Target="fonts/IBMPlexSansMedium-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Selamat pagi Bapak/Ibu dari HCML. Terima kasih atas waktu yang diberikan. Saya Yoga Rimaldo dari Business Development Sisindokom, didampingi rekan saya Dhomanhuri sebagai Sales Engineer. Hari ini kami ingin memaparkan sejumlah use case solusi IT yang kami susun khusus untuk kebutuhan operasional HCML sebagai Husky-CNOOC Madura Limited. Jadi ini bukan presentasi produk generik, tapi rekomendasi yang sudah kami sesuaikan dengan profil bisnis Bapak/Ibu.</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Sebelum masuk ke detail, izinkan saya membawa Bapak/Ibu melalui tiga bagian. Pertama, sekilas tentang siapa Sisindokom dan nilai yang kami pegang. Kedua, gambaran lengkap solution landscape kami — supaya terlihat luasnya kapabilitas yang bisa kami dukung end-to-end. Dan yang ketiga, bagian inti hari ini: enam use case yang kami rekomendasikan untuk HCML beserta prioritasnya.</a:t>
            </a:r>
            <a:endParaRPr/>
          </a:p>
        </p:txBody>
      </p:sp>
      <p:sp>
        <p:nvSpPr>
          <p:cNvPr id="32" name="Google Shape;3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 name="Google Shape;6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Singkat saja tentang kami. Sisindokom sudah lebih dari 30 tahun menjadi system integrator di Indonesia. Kami menawarkan layanan end-to-end, dari konsultasi, perangkat keras, sampai perangkat lunak. Kami terbiasa menangani skala enterprise — dari perusahaan menengah hingga besar. Dan prinsip kami sederhana: kepercayaan yang Bapak/Ibu berikan kami jaga, dan tim ahli kami yang akan mengeksekusi sampai tuntas.</a:t>
            </a:r>
            <a:endParaRPr/>
          </a:p>
        </p:txBody>
      </p:sp>
      <p:sp>
        <p:nvSpPr>
          <p:cNvPr id="61" name="Google Shape;6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e77143ad84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g3e77143ad84_3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Dan kalau dilihat secara keseluruhan, lebih dari 500 perusahaan enterprise di Indonesia mempercayakan kebutuhan IT mereka kepada kami. Bapak/Ibu bisa lihat di layar nama-nama besar lintas sektor. Intinya, kami sudah teruji menangani lingkungan yang kompleks dan teregulasi ketat — persis seperti yang dihadapi HCML.</a:t>
            </a:r>
            <a:endParaRPr/>
          </a:p>
        </p:txBody>
      </p:sp>
      <p:sp>
        <p:nvSpPr>
          <p:cNvPr id="103" name="Google Shape;103;g3e77143ad84_3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Sebagai system integrator, kami terus berinvestasi di empat area yang menurut kami akan menentukan masa depan: Cloud, Data Management, Cyber Security, dan AI. Keempat area inilah yang menjadi fondasi rekomendasi use case kami nanti. Jadi mohon diingat keempat pilar ini.</a:t>
            </a:r>
            <a:endParaRPr/>
          </a:p>
        </p:txBody>
      </p:sp>
      <p:sp>
        <p:nvSpPr>
          <p:cNvPr id="210" name="Google Shape;21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ea228b06ea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g3ea228b06ea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Ini adalah peta lengkap solusi kami. Memang padat, dan tidak perlu dihafal. Pesannya cukup satu: apa pun kebutuhan IT HCML — mulai dari virtualisasi, server, storage, backup, jaringan, sampai keamanan dan AI — kami punya partner dan keahliannya. Kami adalah one-stop partner. Nanti di akhir saya akan tunjukkan area mana saja dari peta ini yang menjadi fokus rekomendasi kami.</a:t>
            </a:r>
            <a:endParaRPr/>
          </a:p>
        </p:txBody>
      </p:sp>
      <p:sp>
        <p:nvSpPr>
          <p:cNvPr id="245" name="Google Shape;245;g3ea228b06ea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f6b58e047c_0_2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g3f6b58e047c_0_2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Nah, inilah inti presentasi kami: enam use case yang kami rekomendasikan untuk HCML. Tiga pertama berprioritas tinggi — Data Security, Endpoint Threat Protection, dan Secure Privileged Access. Dua berprioritas menengah — Data Modernization dan Monitoring. Satu lagi untuk horizon ke depan — Generative AI. Mari kita bahas satu per satu.</a:t>
            </a:r>
            <a:endParaRPr/>
          </a:p>
        </p:txBody>
      </p:sp>
      <p:sp>
        <p:nvSpPr>
          <p:cNvPr id="368" name="Google Shape;368;g3f6b58e047c_0_2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f6b58e047c_0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5" name="Google Shape;395;g3f6b58e047c_0_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Nah, inilah inti presentasi kami: enam use case yang kami rekomendasikan untuk HCML. Tiga pertama berprioritas tinggi — Data Security, Endpoint Threat Protection, dan Secure Privileged Access. Dua berprioritas menengah — Data Modernization dan Monitoring. Satu lagi untuk horizon ke depan — Generative AI. Mari kita bahas satu per satu.</a:t>
            </a:r>
            <a:endParaRPr/>
          </a:p>
        </p:txBody>
      </p:sp>
      <p:sp>
        <p:nvSpPr>
          <p:cNvPr id="396" name="Google Shape;396;g3f6b58e047c_0_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f764eeaca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1" name="Google Shape;431;g3f764eeacaa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Nah, inilah inti presentasi kami: enam use case yang kami rekomendasikan untuk HCML. Tiga pertama berprioritas tinggi — Data Security, Endpoint Threat Protection, dan Secure Privileged Access. Dua berprioritas menengah — Data Modernization dan Monitoring. Satu lagi untuk horizon ke depan — Generative AI. Mari kita bahas satu per satu.</a:t>
            </a:r>
            <a:endParaRPr/>
          </a:p>
        </p:txBody>
      </p:sp>
      <p:sp>
        <p:nvSpPr>
          <p:cNvPr id="432" name="Google Shape;432;g3f764eeacaa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f6b58e047c_0_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g3f6b58e047c_0_1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Nah, inilah inti presentasi kami: enam use case yang kami rekomendasikan untuk HCML. Tiga pertama berprioritas tinggi — Data Security, Endpoint Threat Protection, dan Secure Privileged Access. Dua berprioritas menengah — Data Modernization dan Monitoring. Satu lagi untuk horizon ke depan — Generative AI. Mari kita bahas satu per satu.</a:t>
            </a:r>
            <a:endParaRPr/>
          </a:p>
        </p:txBody>
      </p:sp>
      <p:sp>
        <p:nvSpPr>
          <p:cNvPr id="446" name="Google Shape;446;g3f6b58e047c_0_1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f972fee1d4_0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6" name="Google Shape;566;g3f972fee1d4_0_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Nah, inilah inti presentasi kami: enam use case yang kami rekomendasikan untuk HCML. Tiga pertama berprioritas tinggi — Data Security, Endpoint Threat Protection, dan Secure Privileged Access. Dua berprioritas menengah — Data Modernization dan Monitoring. Satu lagi untuk horizon ke depan — Generative AI. Mari kita bahas satu per satu.</a:t>
            </a:r>
            <a:endParaRPr/>
          </a:p>
        </p:txBody>
      </p:sp>
      <p:sp>
        <p:nvSpPr>
          <p:cNvPr id="567" name="Google Shape;567;g3f972fee1d4_0_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f7648fcba8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0" name="Google Shape;590;g3f7648fcba8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Nah, inilah inti presentasi kami: enam use case yang kami rekomendasikan untuk HCML. Tiga pertama berprioritas tinggi — Data Security, Endpoint Threat Protection, dan Secure Privileged Access. Dua berprioritas menengah — Data Modernization dan Monitoring. Satu lagi untuk horizon ke depan — Generative AI. Mari kita bahas satu per satu.</a:t>
            </a:r>
            <a:endParaRPr/>
          </a:p>
        </p:txBody>
      </p:sp>
      <p:sp>
        <p:nvSpPr>
          <p:cNvPr id="591" name="Google Shape;591;g3f7648fcba8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5" name="Google Shape;61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Terima kasih banyak atas perhatian Bapak/Ibu. Kami sangat terbuka untuk berdiskusi lebih lanjut dan menyesuaikan prioritas sesuai arahan HCML. Silakan hubungi saya atau rekan saya Dhomanhuri kapan saja. Kami siap menjadi mitra teknologi jangka panjang HCML.</a:t>
            </a:r>
            <a:endParaRPr/>
          </a:p>
        </p:txBody>
      </p:sp>
      <p:sp>
        <p:nvSpPr>
          <p:cNvPr id="616" name="Google Shape;616;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f676a81c90_4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g3f676a81c90_4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Nah, inilah inti presentasi kami: enam use case yang kami rekomendasikan untuk HCML. Tiga pertama berprioritas tinggi — Data Security, Endpoint Threat Protection, dan Secure Privileged Access. Dua berprioritas menengah — Data Modernization dan Monitoring. Satu lagi untuk horizon ke depan — Generative AI. Mari kita bahas satu per satu.</a:t>
            </a:r>
            <a:endParaRPr/>
          </a:p>
        </p:txBody>
      </p:sp>
      <p:sp>
        <p:nvSpPr>
          <p:cNvPr id="629" name="Google Shape;629;g3f676a81c90_4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7.png"/><Relationship Id="rId5" Type="http://schemas.openxmlformats.org/officeDocument/2006/relationships/image" Target="../media/image39.png"/><Relationship Id="rId6" Type="http://schemas.openxmlformats.org/officeDocument/2006/relationships/image" Target="../media/image1.png"/></Relationships>
</file>

<file path=ppt/slides/_rels/slide4.xml.rels><?xml version="1.0" encoding="UTF-8" standalone="yes"?><Relationships xmlns="http://schemas.openxmlformats.org/package/2006/relationships"><Relationship Id="rId40" Type="http://schemas.openxmlformats.org/officeDocument/2006/relationships/image" Target="../media/image52.png"/><Relationship Id="rId42" Type="http://schemas.openxmlformats.org/officeDocument/2006/relationships/image" Target="../media/image34.png"/><Relationship Id="rId41" Type="http://schemas.openxmlformats.org/officeDocument/2006/relationships/image" Target="../media/image64.png"/><Relationship Id="rId44" Type="http://schemas.openxmlformats.org/officeDocument/2006/relationships/image" Target="../media/image38.png"/><Relationship Id="rId43" Type="http://schemas.openxmlformats.org/officeDocument/2006/relationships/image" Target="../media/image46.png"/><Relationship Id="rId46" Type="http://schemas.openxmlformats.org/officeDocument/2006/relationships/image" Target="../media/image57.png"/><Relationship Id="rId45" Type="http://schemas.openxmlformats.org/officeDocument/2006/relationships/image" Target="../media/image31.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1.png"/><Relationship Id="rId48" Type="http://schemas.openxmlformats.org/officeDocument/2006/relationships/image" Target="../media/image63.png"/><Relationship Id="rId47" Type="http://schemas.openxmlformats.org/officeDocument/2006/relationships/image" Target="../media/image51.jpg"/><Relationship Id="rId49" Type="http://schemas.openxmlformats.org/officeDocument/2006/relationships/image" Target="../media/image58.jpg"/><Relationship Id="rId5" Type="http://schemas.openxmlformats.org/officeDocument/2006/relationships/image" Target="../media/image12.png"/><Relationship Id="rId6" Type="http://schemas.openxmlformats.org/officeDocument/2006/relationships/image" Target="../media/image10.png"/><Relationship Id="rId7" Type="http://schemas.openxmlformats.org/officeDocument/2006/relationships/image" Target="../media/image8.png"/><Relationship Id="rId8" Type="http://schemas.openxmlformats.org/officeDocument/2006/relationships/image" Target="../media/image2.png"/><Relationship Id="rId31" Type="http://schemas.openxmlformats.org/officeDocument/2006/relationships/image" Target="../media/image33.png"/><Relationship Id="rId30" Type="http://schemas.openxmlformats.org/officeDocument/2006/relationships/image" Target="../media/image40.png"/><Relationship Id="rId33" Type="http://schemas.openxmlformats.org/officeDocument/2006/relationships/image" Target="../media/image27.png"/><Relationship Id="rId32" Type="http://schemas.openxmlformats.org/officeDocument/2006/relationships/image" Target="../media/image28.png"/><Relationship Id="rId35" Type="http://schemas.openxmlformats.org/officeDocument/2006/relationships/image" Target="../media/image22.png"/><Relationship Id="rId34" Type="http://schemas.openxmlformats.org/officeDocument/2006/relationships/image" Target="../media/image41.png"/><Relationship Id="rId37" Type="http://schemas.openxmlformats.org/officeDocument/2006/relationships/image" Target="../media/image30.png"/><Relationship Id="rId36" Type="http://schemas.openxmlformats.org/officeDocument/2006/relationships/image" Target="../media/image29.png"/><Relationship Id="rId39" Type="http://schemas.openxmlformats.org/officeDocument/2006/relationships/image" Target="../media/image44.png"/><Relationship Id="rId38" Type="http://schemas.openxmlformats.org/officeDocument/2006/relationships/image" Target="../media/image36.jpg"/><Relationship Id="rId20" Type="http://schemas.openxmlformats.org/officeDocument/2006/relationships/image" Target="../media/image15.png"/><Relationship Id="rId22" Type="http://schemas.openxmlformats.org/officeDocument/2006/relationships/image" Target="../media/image43.png"/><Relationship Id="rId21" Type="http://schemas.openxmlformats.org/officeDocument/2006/relationships/image" Target="../media/image14.png"/><Relationship Id="rId24" Type="http://schemas.openxmlformats.org/officeDocument/2006/relationships/image" Target="../media/image32.png"/><Relationship Id="rId23" Type="http://schemas.openxmlformats.org/officeDocument/2006/relationships/image" Target="../media/image24.png"/><Relationship Id="rId26" Type="http://schemas.openxmlformats.org/officeDocument/2006/relationships/image" Target="../media/image23.png"/><Relationship Id="rId25" Type="http://schemas.openxmlformats.org/officeDocument/2006/relationships/image" Target="../media/image37.png"/><Relationship Id="rId28" Type="http://schemas.openxmlformats.org/officeDocument/2006/relationships/image" Target="../media/image26.png"/><Relationship Id="rId27" Type="http://schemas.openxmlformats.org/officeDocument/2006/relationships/image" Target="../media/image25.png"/><Relationship Id="rId29" Type="http://schemas.openxmlformats.org/officeDocument/2006/relationships/image" Target="../media/image20.png"/><Relationship Id="rId50" Type="http://schemas.openxmlformats.org/officeDocument/2006/relationships/image" Target="../media/image42.png"/><Relationship Id="rId11" Type="http://schemas.openxmlformats.org/officeDocument/2006/relationships/image" Target="../media/image19.png"/><Relationship Id="rId10" Type="http://schemas.openxmlformats.org/officeDocument/2006/relationships/image" Target="../media/image6.jpg"/><Relationship Id="rId13" Type="http://schemas.openxmlformats.org/officeDocument/2006/relationships/image" Target="../media/image18.png"/><Relationship Id="rId12" Type="http://schemas.openxmlformats.org/officeDocument/2006/relationships/image" Target="../media/image4.png"/><Relationship Id="rId15" Type="http://schemas.openxmlformats.org/officeDocument/2006/relationships/image" Target="../media/image3.png"/><Relationship Id="rId14" Type="http://schemas.openxmlformats.org/officeDocument/2006/relationships/image" Target="../media/image5.png"/><Relationship Id="rId17" Type="http://schemas.openxmlformats.org/officeDocument/2006/relationships/image" Target="../media/image1.png"/><Relationship Id="rId16" Type="http://schemas.openxmlformats.org/officeDocument/2006/relationships/image" Target="../media/image21.png"/><Relationship Id="rId19" Type="http://schemas.openxmlformats.org/officeDocument/2006/relationships/image" Target="../media/image35.png"/><Relationship Id="rId18"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47.png"/><Relationship Id="rId5" Type="http://schemas.openxmlformats.org/officeDocument/2006/relationships/image" Target="../media/image54.png"/><Relationship Id="rId6" Type="http://schemas.openxmlformats.org/officeDocument/2006/relationships/image" Target="../media/image49.png"/><Relationship Id="rId7" Type="http://schemas.openxmlformats.org/officeDocument/2006/relationships/image" Target="../media/image53.png"/><Relationship Id="rId8" Type="http://schemas.openxmlformats.org/officeDocument/2006/relationships/image" Target="../media/image50.png"/></Relationships>
</file>

<file path=ppt/slides/_rels/slide6.xml.rels><?xml version="1.0" encoding="UTF-8" standalone="yes"?><Relationships xmlns="http://schemas.openxmlformats.org/package/2006/relationships"><Relationship Id="rId40" Type="http://schemas.openxmlformats.org/officeDocument/2006/relationships/image" Target="../media/image84.png"/><Relationship Id="rId42" Type="http://schemas.openxmlformats.org/officeDocument/2006/relationships/image" Target="../media/image96.png"/><Relationship Id="rId41" Type="http://schemas.openxmlformats.org/officeDocument/2006/relationships/image" Target="../media/image87.png"/><Relationship Id="rId44" Type="http://schemas.openxmlformats.org/officeDocument/2006/relationships/image" Target="../media/image100.png"/><Relationship Id="rId43" Type="http://schemas.openxmlformats.org/officeDocument/2006/relationships/image" Target="../media/image107.png"/><Relationship Id="rId46" Type="http://schemas.openxmlformats.org/officeDocument/2006/relationships/image" Target="../media/image98.png"/><Relationship Id="rId45" Type="http://schemas.openxmlformats.org/officeDocument/2006/relationships/image" Target="../media/image97.pn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48.png"/><Relationship Id="rId9" Type="http://schemas.openxmlformats.org/officeDocument/2006/relationships/image" Target="../media/image55.png"/><Relationship Id="rId48" Type="http://schemas.openxmlformats.org/officeDocument/2006/relationships/image" Target="../media/image101.png"/><Relationship Id="rId47" Type="http://schemas.openxmlformats.org/officeDocument/2006/relationships/image" Target="../media/image112.png"/><Relationship Id="rId49" Type="http://schemas.openxmlformats.org/officeDocument/2006/relationships/image" Target="../media/image93.png"/><Relationship Id="rId5" Type="http://schemas.openxmlformats.org/officeDocument/2006/relationships/image" Target="../media/image45.png"/><Relationship Id="rId6" Type="http://schemas.openxmlformats.org/officeDocument/2006/relationships/image" Target="../media/image56.png"/><Relationship Id="rId7" Type="http://schemas.openxmlformats.org/officeDocument/2006/relationships/image" Target="../media/image60.png"/><Relationship Id="rId8" Type="http://schemas.openxmlformats.org/officeDocument/2006/relationships/image" Target="../media/image59.png"/><Relationship Id="rId31" Type="http://schemas.openxmlformats.org/officeDocument/2006/relationships/image" Target="../media/image73.png"/><Relationship Id="rId30" Type="http://schemas.openxmlformats.org/officeDocument/2006/relationships/image" Target="../media/image85.png"/><Relationship Id="rId33" Type="http://schemas.openxmlformats.org/officeDocument/2006/relationships/image" Target="../media/image89.png"/><Relationship Id="rId32" Type="http://schemas.openxmlformats.org/officeDocument/2006/relationships/image" Target="../media/image79.png"/><Relationship Id="rId35" Type="http://schemas.openxmlformats.org/officeDocument/2006/relationships/image" Target="../media/image82.png"/><Relationship Id="rId34" Type="http://schemas.openxmlformats.org/officeDocument/2006/relationships/image" Target="../media/image91.png"/><Relationship Id="rId37" Type="http://schemas.openxmlformats.org/officeDocument/2006/relationships/image" Target="../media/image95.png"/><Relationship Id="rId36" Type="http://schemas.openxmlformats.org/officeDocument/2006/relationships/image" Target="../media/image78.png"/><Relationship Id="rId39" Type="http://schemas.openxmlformats.org/officeDocument/2006/relationships/image" Target="../media/image90.png"/><Relationship Id="rId38" Type="http://schemas.openxmlformats.org/officeDocument/2006/relationships/image" Target="../media/image92.png"/><Relationship Id="rId62" Type="http://schemas.openxmlformats.org/officeDocument/2006/relationships/image" Target="../media/image125.png"/><Relationship Id="rId61" Type="http://schemas.openxmlformats.org/officeDocument/2006/relationships/image" Target="../media/image103.png"/><Relationship Id="rId20" Type="http://schemas.openxmlformats.org/officeDocument/2006/relationships/image" Target="../media/image76.png"/><Relationship Id="rId64" Type="http://schemas.openxmlformats.org/officeDocument/2006/relationships/image" Target="../media/image123.png"/><Relationship Id="rId63" Type="http://schemas.openxmlformats.org/officeDocument/2006/relationships/image" Target="../media/image110.png"/><Relationship Id="rId22" Type="http://schemas.openxmlformats.org/officeDocument/2006/relationships/image" Target="../media/image86.png"/><Relationship Id="rId66" Type="http://schemas.openxmlformats.org/officeDocument/2006/relationships/image" Target="../media/image118.png"/><Relationship Id="rId21" Type="http://schemas.openxmlformats.org/officeDocument/2006/relationships/image" Target="../media/image66.png"/><Relationship Id="rId65" Type="http://schemas.openxmlformats.org/officeDocument/2006/relationships/image" Target="../media/image120.png"/><Relationship Id="rId24" Type="http://schemas.openxmlformats.org/officeDocument/2006/relationships/image" Target="../media/image70.png"/><Relationship Id="rId68" Type="http://schemas.openxmlformats.org/officeDocument/2006/relationships/image" Target="../media/image116.png"/><Relationship Id="rId23" Type="http://schemas.openxmlformats.org/officeDocument/2006/relationships/image" Target="../media/image77.png"/><Relationship Id="rId67" Type="http://schemas.openxmlformats.org/officeDocument/2006/relationships/image" Target="../media/image121.png"/><Relationship Id="rId60" Type="http://schemas.openxmlformats.org/officeDocument/2006/relationships/image" Target="../media/image102.png"/><Relationship Id="rId26" Type="http://schemas.openxmlformats.org/officeDocument/2006/relationships/image" Target="../media/image81.png"/><Relationship Id="rId25" Type="http://schemas.openxmlformats.org/officeDocument/2006/relationships/image" Target="../media/image80.png"/><Relationship Id="rId28" Type="http://schemas.openxmlformats.org/officeDocument/2006/relationships/image" Target="../media/image71.png"/><Relationship Id="rId27" Type="http://schemas.openxmlformats.org/officeDocument/2006/relationships/image" Target="../media/image72.png"/><Relationship Id="rId29" Type="http://schemas.openxmlformats.org/officeDocument/2006/relationships/image" Target="../media/image94.png"/><Relationship Id="rId51" Type="http://schemas.openxmlformats.org/officeDocument/2006/relationships/image" Target="../media/image115.png"/><Relationship Id="rId50" Type="http://schemas.openxmlformats.org/officeDocument/2006/relationships/image" Target="../media/image111.png"/><Relationship Id="rId53" Type="http://schemas.openxmlformats.org/officeDocument/2006/relationships/image" Target="../media/image109.png"/><Relationship Id="rId52" Type="http://schemas.openxmlformats.org/officeDocument/2006/relationships/image" Target="../media/image108.png"/><Relationship Id="rId11" Type="http://schemas.openxmlformats.org/officeDocument/2006/relationships/image" Target="../media/image62.png"/><Relationship Id="rId55" Type="http://schemas.openxmlformats.org/officeDocument/2006/relationships/image" Target="../media/image105.png"/><Relationship Id="rId10" Type="http://schemas.openxmlformats.org/officeDocument/2006/relationships/image" Target="../media/image83.png"/><Relationship Id="rId54" Type="http://schemas.openxmlformats.org/officeDocument/2006/relationships/image" Target="../media/image113.png"/><Relationship Id="rId13" Type="http://schemas.openxmlformats.org/officeDocument/2006/relationships/image" Target="../media/image67.png"/><Relationship Id="rId57" Type="http://schemas.openxmlformats.org/officeDocument/2006/relationships/image" Target="../media/image114.png"/><Relationship Id="rId12" Type="http://schemas.openxmlformats.org/officeDocument/2006/relationships/image" Target="../media/image61.png"/><Relationship Id="rId56" Type="http://schemas.openxmlformats.org/officeDocument/2006/relationships/image" Target="../media/image104.png"/><Relationship Id="rId15" Type="http://schemas.openxmlformats.org/officeDocument/2006/relationships/image" Target="../media/image68.png"/><Relationship Id="rId59" Type="http://schemas.openxmlformats.org/officeDocument/2006/relationships/image" Target="../media/image106.png"/><Relationship Id="rId14" Type="http://schemas.openxmlformats.org/officeDocument/2006/relationships/image" Target="../media/image65.png"/><Relationship Id="rId58" Type="http://schemas.openxmlformats.org/officeDocument/2006/relationships/image" Target="../media/image99.png"/><Relationship Id="rId17" Type="http://schemas.openxmlformats.org/officeDocument/2006/relationships/image" Target="../media/image69.png"/><Relationship Id="rId16" Type="http://schemas.openxmlformats.org/officeDocument/2006/relationships/image" Target="../media/image88.png"/><Relationship Id="rId19" Type="http://schemas.openxmlformats.org/officeDocument/2006/relationships/image" Target="../media/image75.png"/><Relationship Id="rId18" Type="http://schemas.openxmlformats.org/officeDocument/2006/relationships/image" Target="../media/image7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22.png"/><Relationship Id="rId5" Type="http://schemas.openxmlformats.org/officeDocument/2006/relationships/image" Target="../media/image117.png"/><Relationship Id="rId6" Type="http://schemas.openxmlformats.org/officeDocument/2006/relationships/image" Target="../media/image129.png"/><Relationship Id="rId7" Type="http://schemas.openxmlformats.org/officeDocument/2006/relationships/image" Target="../media/image1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24.png"/><Relationship Id="rId5" Type="http://schemas.openxmlformats.org/officeDocument/2006/relationships/image" Target="../media/image119.png"/><Relationship Id="rId6" Type="http://schemas.openxmlformats.org/officeDocument/2006/relationships/image" Target="../media/image12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2D2D"/>
        </a:solidFill>
      </p:bgPr>
    </p:bg>
    <p:spTree>
      <p:nvGrpSpPr>
        <p:cNvPr id="15" name="Shape 15"/>
        <p:cNvGrpSpPr/>
        <p:nvPr/>
      </p:nvGrpSpPr>
      <p:grpSpPr>
        <a:xfrm>
          <a:off x="0" y="0"/>
          <a:ext cx="0" cy="0"/>
          <a:chOff x="0" y="0"/>
          <a:chExt cx="0" cy="0"/>
        </a:xfrm>
      </p:grpSpPr>
      <p:pic>
        <p:nvPicPr>
          <p:cNvPr descr="preencoded.png" id="16" name="Google Shape;16;p1"/>
          <p:cNvPicPr preferRelativeResize="0"/>
          <p:nvPr/>
        </p:nvPicPr>
        <p:blipFill rotWithShape="1">
          <a:blip r:embed="rId3">
            <a:alphaModFix amt="95000"/>
          </a:blip>
          <a:srcRect b="33848" l="0" r="0" t="38183"/>
          <a:stretch/>
        </p:blipFill>
        <p:spPr>
          <a:xfrm>
            <a:off x="398350" y="889948"/>
            <a:ext cx="1725800" cy="482675"/>
          </a:xfrm>
          <a:prstGeom prst="rect">
            <a:avLst/>
          </a:prstGeom>
          <a:noFill/>
          <a:ln>
            <a:noFill/>
          </a:ln>
        </p:spPr>
      </p:pic>
      <p:sp>
        <p:nvSpPr>
          <p:cNvPr id="17" name="Google Shape;17;p1"/>
          <p:cNvSpPr/>
          <p:nvPr/>
        </p:nvSpPr>
        <p:spPr>
          <a:xfrm>
            <a:off x="2314575" y="962025"/>
            <a:ext cx="9600" cy="381000"/>
          </a:xfrm>
          <a:prstGeom prst="rect">
            <a:avLst/>
          </a:prstGeom>
          <a:solidFill>
            <a:srgbClr val="FFFFFF">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1"/>
          <p:cNvSpPr/>
          <p:nvPr/>
        </p:nvSpPr>
        <p:spPr>
          <a:xfrm>
            <a:off x="2514600" y="968666"/>
            <a:ext cx="3317400" cy="312300"/>
          </a:xfrm>
          <a:prstGeom prst="rect">
            <a:avLst/>
          </a:prstGeom>
          <a:noFill/>
          <a:ln>
            <a:noFill/>
          </a:ln>
        </p:spPr>
        <p:txBody>
          <a:bodyPr anchorCtr="0" anchor="t" bIns="25400" lIns="25400" spcFirstLastPara="1" rIns="25400" wrap="square" tIns="25400">
            <a:normAutofit/>
          </a:bodyPr>
          <a:lstStyle/>
          <a:p>
            <a:pPr indent="0" lvl="0" marL="0" marR="0" rtl="0" algn="l">
              <a:lnSpc>
                <a:spcPct val="90000"/>
              </a:lnSpc>
              <a:spcBef>
                <a:spcPts val="0"/>
              </a:spcBef>
              <a:spcAft>
                <a:spcPts val="0"/>
              </a:spcAft>
              <a:buClr>
                <a:srgbClr val="FFFFFF"/>
              </a:buClr>
              <a:buSzPts val="1800"/>
              <a:buFont typeface="Arial"/>
              <a:buNone/>
            </a:pPr>
            <a:r>
              <a:rPr b="1" lang="en-US" sz="1800">
                <a:solidFill>
                  <a:srgbClr val="FFFFFF"/>
                </a:solidFill>
              </a:rPr>
              <a:t>Kick-off meeting</a:t>
            </a:r>
            <a:endParaRPr b="0" i="0" sz="1800" u="none" cap="none" strike="noStrike">
              <a:solidFill>
                <a:schemeClr val="dk1"/>
              </a:solidFill>
              <a:latin typeface="Calibri"/>
              <a:ea typeface="Calibri"/>
              <a:cs typeface="Calibri"/>
              <a:sym typeface="Calibri"/>
            </a:endParaRPr>
          </a:p>
        </p:txBody>
      </p:sp>
      <p:sp>
        <p:nvSpPr>
          <p:cNvPr id="19" name="Google Shape;19;p1"/>
          <p:cNvSpPr/>
          <p:nvPr/>
        </p:nvSpPr>
        <p:spPr>
          <a:xfrm>
            <a:off x="990600" y="2900940"/>
            <a:ext cx="8676900" cy="312300"/>
          </a:xfrm>
          <a:prstGeom prst="rect">
            <a:avLst/>
          </a:prstGeom>
          <a:noFill/>
          <a:ln>
            <a:noFill/>
          </a:ln>
        </p:spPr>
        <p:txBody>
          <a:bodyPr anchorCtr="0" anchor="t" bIns="25400" lIns="25400" spcFirstLastPara="1" rIns="25400" wrap="square" tIns="25400">
            <a:normAutofit/>
          </a:bodyPr>
          <a:lstStyle/>
          <a:p>
            <a:pPr indent="0" lvl="0" marL="0" marR="0" rtl="0" algn="l">
              <a:lnSpc>
                <a:spcPct val="90000"/>
              </a:lnSpc>
              <a:spcBef>
                <a:spcPts val="0"/>
              </a:spcBef>
              <a:spcAft>
                <a:spcPts val="0"/>
              </a:spcAft>
              <a:buClr>
                <a:srgbClr val="F26522"/>
              </a:buClr>
              <a:buSzPts val="1800"/>
              <a:buFont typeface="Arial"/>
              <a:buNone/>
            </a:pPr>
            <a:r>
              <a:rPr b="1" i="0" lang="en-US" sz="1800" u="none" cap="none" strike="noStrike">
                <a:solidFill>
                  <a:srgbClr val="F26522"/>
                </a:solidFill>
                <a:latin typeface="Arial"/>
                <a:ea typeface="Arial"/>
                <a:cs typeface="Arial"/>
                <a:sym typeface="Arial"/>
              </a:rPr>
              <a:t>IT SOLUTION</a:t>
            </a:r>
            <a:endParaRPr b="0" i="0" sz="1800" u="none" cap="none" strike="noStrike">
              <a:solidFill>
                <a:schemeClr val="dk1"/>
              </a:solidFill>
              <a:latin typeface="Calibri"/>
              <a:ea typeface="Calibri"/>
              <a:cs typeface="Calibri"/>
              <a:sym typeface="Calibri"/>
            </a:endParaRPr>
          </a:p>
        </p:txBody>
      </p:sp>
      <p:sp>
        <p:nvSpPr>
          <p:cNvPr id="20" name="Google Shape;20;p1"/>
          <p:cNvSpPr/>
          <p:nvPr/>
        </p:nvSpPr>
        <p:spPr>
          <a:xfrm>
            <a:off x="990600" y="3422910"/>
            <a:ext cx="8676900" cy="1139400"/>
          </a:xfrm>
          <a:prstGeom prst="rect">
            <a:avLst/>
          </a:prstGeom>
          <a:noFill/>
          <a:ln>
            <a:noFill/>
          </a:ln>
        </p:spPr>
        <p:txBody>
          <a:bodyPr anchorCtr="0" anchor="t" bIns="25400" lIns="25400" spcFirstLastPara="1" rIns="25400" wrap="square" tIns="25400">
            <a:normAutofit/>
          </a:bodyPr>
          <a:lstStyle/>
          <a:p>
            <a:pPr indent="0" lvl="0" marL="0" marR="0" rtl="0" algn="l">
              <a:lnSpc>
                <a:spcPct val="78000"/>
              </a:lnSpc>
              <a:spcBef>
                <a:spcPts val="0"/>
              </a:spcBef>
              <a:spcAft>
                <a:spcPts val="0"/>
              </a:spcAft>
              <a:buClr>
                <a:srgbClr val="FFFFFF"/>
              </a:buClr>
              <a:buSzPts val="8850"/>
              <a:buFont typeface="Arial"/>
              <a:buNone/>
            </a:pPr>
            <a:r>
              <a:rPr b="1" lang="en-US" sz="8186">
                <a:solidFill>
                  <a:srgbClr val="FFFFFF"/>
                </a:solidFill>
              </a:rPr>
              <a:t>AI</a:t>
            </a:r>
            <a:r>
              <a:rPr b="1" i="0" lang="en-US" sz="8186" u="none" cap="none" strike="noStrike">
                <a:solidFill>
                  <a:srgbClr val="FFFFFF"/>
                </a:solidFill>
                <a:latin typeface="Arial"/>
                <a:ea typeface="Arial"/>
                <a:cs typeface="Arial"/>
                <a:sym typeface="Arial"/>
              </a:rPr>
              <a:t> Solution</a:t>
            </a:r>
            <a:endParaRPr b="0" i="0" sz="8186" u="none" cap="none" strike="noStrike">
              <a:solidFill>
                <a:schemeClr val="dk1"/>
              </a:solidFill>
              <a:latin typeface="Calibri"/>
              <a:ea typeface="Calibri"/>
              <a:cs typeface="Calibri"/>
              <a:sym typeface="Calibri"/>
            </a:endParaRPr>
          </a:p>
        </p:txBody>
      </p:sp>
      <p:sp>
        <p:nvSpPr>
          <p:cNvPr id="21" name="Google Shape;21;p1"/>
          <p:cNvSpPr/>
          <p:nvPr/>
        </p:nvSpPr>
        <p:spPr>
          <a:xfrm>
            <a:off x="990600" y="4763155"/>
            <a:ext cx="1333500" cy="47700"/>
          </a:xfrm>
          <a:prstGeom prst="rect">
            <a:avLst/>
          </a:prstGeom>
          <a:solidFill>
            <a:srgbClr val="F265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1"/>
          <p:cNvSpPr/>
          <p:nvPr/>
        </p:nvSpPr>
        <p:spPr>
          <a:xfrm>
            <a:off x="990600" y="5134630"/>
            <a:ext cx="6671400" cy="1318200"/>
          </a:xfrm>
          <a:prstGeom prst="rect">
            <a:avLst/>
          </a:prstGeom>
          <a:noFill/>
          <a:ln>
            <a:noFill/>
          </a:ln>
        </p:spPr>
        <p:txBody>
          <a:bodyPr anchorCtr="0" anchor="t" bIns="25400" lIns="25400" spcFirstLastPara="1" rIns="25400" wrap="square" tIns="25400">
            <a:normAutofit/>
          </a:bodyPr>
          <a:lstStyle/>
          <a:p>
            <a:pPr indent="0" lvl="0" marL="0" marR="0" rtl="0" algn="l">
              <a:lnSpc>
                <a:spcPct val="120000"/>
              </a:lnSpc>
              <a:spcBef>
                <a:spcPts val="0"/>
              </a:spcBef>
              <a:spcAft>
                <a:spcPts val="0"/>
              </a:spcAft>
              <a:buClr>
                <a:srgbClr val="FFFFFF"/>
              </a:buClr>
              <a:buSzPts val="2400"/>
              <a:buFont typeface="IBM Plex Sans"/>
              <a:buNone/>
            </a:pPr>
            <a:r>
              <a:rPr b="0" i="0" lang="en-US" sz="2220" u="none" cap="none" strike="noStrike">
                <a:solidFill>
                  <a:srgbClr val="FFFFFF"/>
                </a:solidFill>
                <a:latin typeface="IBM Plex Sans"/>
                <a:ea typeface="IBM Plex Sans"/>
                <a:cs typeface="IBM Plex Sans"/>
                <a:sym typeface="IBM Plex Sans"/>
              </a:rPr>
              <a:t>Tailored </a:t>
            </a:r>
            <a:r>
              <a:rPr lang="en-US" sz="2220">
                <a:solidFill>
                  <a:srgbClr val="FFFFFF"/>
                </a:solidFill>
                <a:latin typeface="IBM Plex Sans"/>
                <a:ea typeface="IBM Plex Sans"/>
                <a:cs typeface="IBM Plex Sans"/>
                <a:sym typeface="IBM Plex Sans"/>
              </a:rPr>
              <a:t>AI</a:t>
            </a:r>
            <a:r>
              <a:rPr b="0" i="0" lang="en-US" sz="2220" u="none" cap="none" strike="noStrike">
                <a:solidFill>
                  <a:srgbClr val="FFFFFF"/>
                </a:solidFill>
                <a:latin typeface="IBM Plex Sans"/>
                <a:ea typeface="IBM Plex Sans"/>
                <a:cs typeface="IBM Plex Sans"/>
                <a:sym typeface="IBM Plex Sans"/>
              </a:rPr>
              <a:t> technology recommendations for </a:t>
            </a:r>
            <a:r>
              <a:rPr b="1" i="0" lang="en-US" sz="2220" u="none" cap="none" strike="noStrike">
                <a:solidFill>
                  <a:srgbClr val="FFFFFF"/>
                </a:solidFill>
                <a:latin typeface="IBM Plex Sans"/>
                <a:ea typeface="IBM Plex Sans"/>
                <a:cs typeface="IBM Plex Sans"/>
                <a:sym typeface="IBM Plex Sans"/>
              </a:rPr>
              <a:t>- </a:t>
            </a:r>
            <a:r>
              <a:rPr b="1" lang="en-US" sz="2220">
                <a:solidFill>
                  <a:srgbClr val="FFFFFF"/>
                </a:solidFill>
                <a:latin typeface="IBM Plex Sans"/>
                <a:ea typeface="IBM Plex Sans"/>
                <a:cs typeface="IBM Plex Sans"/>
                <a:sym typeface="IBM Plex Sans"/>
              </a:rPr>
              <a:t>Pertamina EP</a:t>
            </a:r>
            <a:endParaRPr b="0" i="0" sz="2220" u="none" cap="none" strike="noStrike">
              <a:solidFill>
                <a:schemeClr val="dk1"/>
              </a:solidFill>
              <a:latin typeface="Calibri"/>
              <a:ea typeface="Calibri"/>
              <a:cs typeface="Calibri"/>
              <a:sym typeface="Calibri"/>
            </a:endParaRPr>
          </a:p>
        </p:txBody>
      </p:sp>
      <p:sp>
        <p:nvSpPr>
          <p:cNvPr id="23" name="Google Shape;23;p1"/>
          <p:cNvSpPr/>
          <p:nvPr/>
        </p:nvSpPr>
        <p:spPr>
          <a:xfrm>
            <a:off x="990600" y="8755375"/>
            <a:ext cx="4210200" cy="3582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FFFFFF"/>
              </a:buClr>
              <a:buSzPts val="2100"/>
              <a:buFont typeface="Arial"/>
              <a:buNone/>
            </a:pPr>
            <a:r>
              <a:rPr b="1" lang="en-US" sz="1800">
                <a:solidFill>
                  <a:schemeClr val="lt1"/>
                </a:solidFill>
                <a:latin typeface="IBM Plex Sans"/>
                <a:ea typeface="IBM Plex Sans"/>
                <a:cs typeface="IBM Plex Sans"/>
                <a:sym typeface="IBM Plex Sans"/>
              </a:rPr>
              <a:t>Muhammad Dhomanhuri Malik Illyas</a:t>
            </a:r>
            <a:endParaRPr b="0" i="0" sz="1800" u="none" cap="none" strike="noStrike">
              <a:solidFill>
                <a:srgbClr val="FFFFFF"/>
              </a:solidFill>
              <a:latin typeface="IBM Plex Sans"/>
              <a:ea typeface="IBM Plex Sans"/>
              <a:cs typeface="IBM Plex Sans"/>
              <a:sym typeface="IBM Plex Sans"/>
            </a:endParaRPr>
          </a:p>
        </p:txBody>
      </p:sp>
      <p:sp>
        <p:nvSpPr>
          <p:cNvPr id="24" name="Google Shape;24;p1"/>
          <p:cNvSpPr/>
          <p:nvPr/>
        </p:nvSpPr>
        <p:spPr>
          <a:xfrm>
            <a:off x="990600" y="9075420"/>
            <a:ext cx="2830279" cy="33528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F7894A"/>
              </a:buClr>
              <a:buSzPts val="1800"/>
              <a:buFont typeface="IBM Plex Sans"/>
              <a:buNone/>
            </a:pPr>
            <a:r>
              <a:rPr b="0" i="0" lang="en-US" sz="1800" u="none" cap="none" strike="noStrike">
                <a:solidFill>
                  <a:srgbClr val="F7894A"/>
                </a:solidFill>
                <a:latin typeface="IBM Plex Sans"/>
                <a:ea typeface="IBM Plex Sans"/>
                <a:cs typeface="IBM Plex Sans"/>
                <a:sym typeface="IBM Plex Sans"/>
              </a:rPr>
              <a:t>Solution Architect</a:t>
            </a:r>
            <a:endParaRPr b="0" i="0" sz="1800" u="none" cap="none" strike="noStrike">
              <a:solidFill>
                <a:srgbClr val="F7894A"/>
              </a:solidFill>
              <a:latin typeface="IBM Plex Sans"/>
              <a:ea typeface="IBM Plex Sans"/>
              <a:cs typeface="IBM Plex Sans"/>
              <a:sym typeface="IBM Plex Sans"/>
            </a:endParaRPr>
          </a:p>
        </p:txBody>
      </p:sp>
      <p:sp>
        <p:nvSpPr>
          <p:cNvPr id="25" name="Google Shape;25;p1"/>
          <p:cNvSpPr/>
          <p:nvPr/>
        </p:nvSpPr>
        <p:spPr>
          <a:xfrm>
            <a:off x="10405229" y="0"/>
            <a:ext cx="7882800" cy="10287000"/>
          </a:xfrm>
          <a:prstGeom prst="rect">
            <a:avLst/>
          </a:prstGeom>
          <a:solidFill>
            <a:srgbClr val="F265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1"/>
          <p:cNvSpPr/>
          <p:nvPr/>
        </p:nvSpPr>
        <p:spPr>
          <a:xfrm>
            <a:off x="12178380" y="3830723"/>
            <a:ext cx="4336500" cy="312300"/>
          </a:xfrm>
          <a:prstGeom prst="rect">
            <a:avLst/>
          </a:prstGeom>
          <a:noFill/>
          <a:ln>
            <a:noFill/>
          </a:ln>
        </p:spPr>
        <p:txBody>
          <a:bodyPr anchorCtr="0" anchor="t" bIns="25400" lIns="25400" spcFirstLastPara="1" rIns="25400" wrap="square" tIns="25400">
            <a:normAutofit/>
          </a:bodyPr>
          <a:lstStyle/>
          <a:p>
            <a:pPr indent="0" lvl="0" marL="0" marR="0" rtl="0" algn="ctr">
              <a:lnSpc>
                <a:spcPct val="9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PREPARED FOR</a:t>
            </a:r>
            <a:endParaRPr b="0" i="0" sz="1800" u="none" cap="none" strike="noStrike">
              <a:solidFill>
                <a:schemeClr val="dk1"/>
              </a:solidFill>
              <a:latin typeface="Calibri"/>
              <a:ea typeface="Calibri"/>
              <a:cs typeface="Calibri"/>
              <a:sym typeface="Calibri"/>
            </a:endParaRPr>
          </a:p>
        </p:txBody>
      </p:sp>
      <p:sp>
        <p:nvSpPr>
          <p:cNvPr id="27" name="Google Shape;27;p1"/>
          <p:cNvSpPr/>
          <p:nvPr/>
        </p:nvSpPr>
        <p:spPr>
          <a:xfrm>
            <a:off x="12241531" y="4371743"/>
            <a:ext cx="4210200" cy="1894800"/>
          </a:xfrm>
          <a:prstGeom prst="roundRect">
            <a:avLst>
              <a:gd fmla="val 8043" name="adj"/>
            </a:avLst>
          </a:prstGeom>
          <a:solidFill>
            <a:srgbClr val="FFFFFF"/>
          </a:solidFill>
          <a:ln>
            <a:noFill/>
          </a:ln>
          <a:effectLst>
            <a:outerShdw blurRad="476250" rotWithShape="0" algn="bl" dir="5400000" dist="17145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8" name="Google Shape;28;p1"/>
          <p:cNvPicPr preferRelativeResize="0"/>
          <p:nvPr/>
        </p:nvPicPr>
        <p:blipFill rotWithShape="1">
          <a:blip r:embed="rId4">
            <a:alphaModFix/>
          </a:blip>
          <a:srcRect b="0" l="0" r="0" t="0"/>
          <a:stretch/>
        </p:blipFill>
        <p:spPr>
          <a:xfrm>
            <a:off x="12400699" y="4867421"/>
            <a:ext cx="3877248" cy="8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33" name="Shape 33"/>
        <p:cNvGrpSpPr/>
        <p:nvPr/>
      </p:nvGrpSpPr>
      <p:grpSpPr>
        <a:xfrm>
          <a:off x="0" y="0"/>
          <a:ext cx="0" cy="0"/>
          <a:chOff x="0" y="0"/>
          <a:chExt cx="0" cy="0"/>
        </a:xfrm>
      </p:grpSpPr>
      <p:sp>
        <p:nvSpPr>
          <p:cNvPr id="34" name="Google Shape;34;p2"/>
          <p:cNvSpPr/>
          <p:nvPr/>
        </p:nvSpPr>
        <p:spPr>
          <a:xfrm>
            <a:off x="990600" y="1993344"/>
            <a:ext cx="16306800" cy="22860"/>
          </a:xfrm>
          <a:prstGeom prst="rect">
            <a:avLst/>
          </a:prstGeom>
          <a:solidFill>
            <a:srgbClr val="F265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
          <p:cNvSpPr/>
          <p:nvPr/>
        </p:nvSpPr>
        <p:spPr>
          <a:xfrm>
            <a:off x="990600" y="762000"/>
            <a:ext cx="2640441" cy="312420"/>
          </a:xfrm>
          <a:prstGeom prst="rect">
            <a:avLst/>
          </a:prstGeom>
          <a:noFill/>
          <a:ln>
            <a:noFill/>
          </a:ln>
        </p:spPr>
        <p:txBody>
          <a:bodyPr anchorCtr="0" anchor="t" bIns="25400" lIns="25400" spcFirstLastPara="1" rIns="25400" wrap="square" tIns="25400">
            <a:normAutofit/>
          </a:bodyPr>
          <a:lstStyle/>
          <a:p>
            <a:pPr indent="0" lvl="0" marL="0" marR="0" rtl="0" algn="l">
              <a:lnSpc>
                <a:spcPct val="90000"/>
              </a:lnSpc>
              <a:spcBef>
                <a:spcPts val="0"/>
              </a:spcBef>
              <a:spcAft>
                <a:spcPts val="0"/>
              </a:spcAft>
              <a:buClr>
                <a:srgbClr val="F26522"/>
              </a:buClr>
              <a:buSzPts val="1800"/>
              <a:buFont typeface="Barlow Semi Condensed"/>
              <a:buNone/>
            </a:pPr>
            <a:r>
              <a:rPr b="1" i="0" lang="en-US" sz="1800" u="none" cap="none" strike="noStrike">
                <a:solidFill>
                  <a:srgbClr val="F26522"/>
                </a:solidFill>
                <a:latin typeface="Barlow Semi Condensed"/>
                <a:ea typeface="Barlow Semi Condensed"/>
                <a:cs typeface="Barlow Semi Condensed"/>
                <a:sym typeface="Barlow Semi Condensed"/>
              </a:rPr>
              <a:t>TODAY'S DISCUSSION</a:t>
            </a:r>
            <a:endParaRPr b="0" i="0" sz="1800" u="none" cap="none" strike="noStrike">
              <a:solidFill>
                <a:schemeClr val="dk1"/>
              </a:solidFill>
              <a:latin typeface="Calibri"/>
              <a:ea typeface="Calibri"/>
              <a:cs typeface="Calibri"/>
              <a:sym typeface="Calibri"/>
            </a:endParaRPr>
          </a:p>
        </p:txBody>
      </p:sp>
      <p:sp>
        <p:nvSpPr>
          <p:cNvPr id="36" name="Google Shape;36;p2"/>
          <p:cNvSpPr/>
          <p:nvPr/>
        </p:nvSpPr>
        <p:spPr>
          <a:xfrm>
            <a:off x="990600" y="1169670"/>
            <a:ext cx="2640441" cy="652224"/>
          </a:xfrm>
          <a:prstGeom prst="rect">
            <a:avLst/>
          </a:prstGeom>
          <a:noFill/>
          <a:ln>
            <a:noFill/>
          </a:ln>
        </p:spPr>
        <p:txBody>
          <a:bodyPr anchorCtr="0" anchor="t" bIns="25400" lIns="25400" spcFirstLastPara="1" rIns="25400" wrap="square" tIns="25400">
            <a:normAutofit/>
          </a:bodyPr>
          <a:lstStyle/>
          <a:p>
            <a:pPr indent="0" lvl="0" marL="0" marR="0" rtl="0" algn="l">
              <a:lnSpc>
                <a:spcPct val="94000"/>
              </a:lnSpc>
              <a:spcBef>
                <a:spcPts val="0"/>
              </a:spcBef>
              <a:spcAft>
                <a:spcPts val="0"/>
              </a:spcAft>
              <a:buClr>
                <a:srgbClr val="2D2D2D"/>
              </a:buClr>
              <a:buSzPts val="4650"/>
              <a:buFont typeface="Barlow Semi Condensed"/>
              <a:buNone/>
            </a:pPr>
            <a:r>
              <a:rPr b="1" i="0" lang="en-US" sz="3885" u="none" cap="none" strike="noStrike">
                <a:solidFill>
                  <a:srgbClr val="2D2D2D"/>
                </a:solidFill>
                <a:latin typeface="Barlow Semi Condensed"/>
                <a:ea typeface="Barlow Semi Condensed"/>
                <a:cs typeface="Barlow Semi Condensed"/>
                <a:sym typeface="Barlow Semi Condensed"/>
              </a:rPr>
              <a:t>Agenda</a:t>
            </a:r>
            <a:endParaRPr b="0" i="0" sz="3885" u="none" cap="none" strike="noStrike">
              <a:solidFill>
                <a:schemeClr val="dk1"/>
              </a:solidFill>
              <a:latin typeface="Calibri"/>
              <a:ea typeface="Calibri"/>
              <a:cs typeface="Calibri"/>
              <a:sym typeface="Calibri"/>
            </a:endParaRPr>
          </a:p>
        </p:txBody>
      </p:sp>
      <p:pic>
        <p:nvPicPr>
          <p:cNvPr descr="preencoded.png" id="37" name="Google Shape;37;p2"/>
          <p:cNvPicPr preferRelativeResize="0"/>
          <p:nvPr/>
        </p:nvPicPr>
        <p:blipFill rotWithShape="1">
          <a:blip r:embed="rId3">
            <a:alphaModFix/>
          </a:blip>
          <a:srcRect b="36060" l="0" r="0" t="31392"/>
          <a:stretch/>
        </p:blipFill>
        <p:spPr>
          <a:xfrm>
            <a:off x="15369710" y="762000"/>
            <a:ext cx="2003891" cy="652225"/>
          </a:xfrm>
          <a:prstGeom prst="rect">
            <a:avLst/>
          </a:prstGeom>
          <a:noFill/>
          <a:ln>
            <a:noFill/>
          </a:ln>
        </p:spPr>
      </p:pic>
      <p:sp>
        <p:nvSpPr>
          <p:cNvPr id="38" name="Google Shape;38;p2"/>
          <p:cNvSpPr/>
          <p:nvPr/>
        </p:nvSpPr>
        <p:spPr>
          <a:xfrm>
            <a:off x="990600" y="3804642"/>
            <a:ext cx="16306800" cy="96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
          <p:cNvSpPr/>
          <p:nvPr/>
        </p:nvSpPr>
        <p:spPr>
          <a:xfrm>
            <a:off x="1066800" y="2572300"/>
            <a:ext cx="1505100" cy="952500"/>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F26522"/>
              </a:buClr>
              <a:buSzPts val="7200"/>
              <a:buFont typeface="Barlow Semi Condensed"/>
              <a:buNone/>
            </a:pPr>
            <a:r>
              <a:rPr b="1" i="0" lang="en-US" sz="6660" u="none" cap="none" strike="noStrike">
                <a:solidFill>
                  <a:srgbClr val="F26522"/>
                </a:solidFill>
                <a:latin typeface="Barlow Semi Condensed"/>
                <a:ea typeface="Barlow Semi Condensed"/>
                <a:cs typeface="Barlow Semi Condensed"/>
                <a:sym typeface="Barlow Semi Condensed"/>
              </a:rPr>
              <a:t>01</a:t>
            </a:r>
            <a:endParaRPr b="0" i="0" sz="6660" u="none" cap="none" strike="noStrike">
              <a:solidFill>
                <a:schemeClr val="dk1"/>
              </a:solidFill>
              <a:latin typeface="Calibri"/>
              <a:ea typeface="Calibri"/>
              <a:cs typeface="Calibri"/>
              <a:sym typeface="Calibri"/>
            </a:endParaRPr>
          </a:p>
        </p:txBody>
      </p:sp>
      <p:sp>
        <p:nvSpPr>
          <p:cNvPr id="40" name="Google Shape;40;p2"/>
          <p:cNvSpPr/>
          <p:nvPr/>
        </p:nvSpPr>
        <p:spPr>
          <a:xfrm>
            <a:off x="2952750" y="2497812"/>
            <a:ext cx="7545600" cy="586800"/>
          </a:xfrm>
          <a:prstGeom prst="rect">
            <a:avLst/>
          </a:prstGeom>
          <a:noFill/>
          <a:ln>
            <a:noFill/>
          </a:ln>
        </p:spPr>
        <p:txBody>
          <a:bodyPr anchorCtr="0" anchor="t" bIns="25400" lIns="25400" spcFirstLastPara="1" rIns="25400" wrap="square" tIns="25400">
            <a:normAutofit/>
          </a:bodyPr>
          <a:lstStyle/>
          <a:p>
            <a:pPr indent="0" lvl="0" marL="0" marR="0" rtl="0" algn="l">
              <a:lnSpc>
                <a:spcPct val="90000"/>
              </a:lnSpc>
              <a:spcBef>
                <a:spcPts val="0"/>
              </a:spcBef>
              <a:spcAft>
                <a:spcPts val="0"/>
              </a:spcAft>
              <a:buClr>
                <a:srgbClr val="2D2D2D"/>
              </a:buClr>
              <a:buSzPts val="3600"/>
              <a:buFont typeface="Barlow Semi Condensed"/>
              <a:buNone/>
            </a:pPr>
            <a:r>
              <a:rPr b="1" i="0" lang="en-US" sz="3600" u="none" cap="none" strike="noStrike">
                <a:solidFill>
                  <a:srgbClr val="2D2D2D"/>
                </a:solidFill>
                <a:latin typeface="Barlow Semi Condensed"/>
                <a:ea typeface="Barlow Semi Condensed"/>
                <a:cs typeface="Barlow Semi Condensed"/>
                <a:sym typeface="Barlow Semi Condensed"/>
              </a:rPr>
              <a:t>Our Core Values</a:t>
            </a:r>
            <a:endParaRPr b="0" i="0" sz="3600" u="none" cap="none" strike="noStrike">
              <a:solidFill>
                <a:schemeClr val="dk1"/>
              </a:solidFill>
              <a:latin typeface="Calibri"/>
              <a:ea typeface="Calibri"/>
              <a:cs typeface="Calibri"/>
              <a:sym typeface="Calibri"/>
            </a:endParaRPr>
          </a:p>
        </p:txBody>
      </p:sp>
      <p:sp>
        <p:nvSpPr>
          <p:cNvPr id="41" name="Google Shape;41;p2"/>
          <p:cNvSpPr/>
          <p:nvPr/>
        </p:nvSpPr>
        <p:spPr>
          <a:xfrm>
            <a:off x="2952750" y="3103602"/>
            <a:ext cx="7545600" cy="3582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6B6B6B"/>
              </a:buClr>
              <a:buSzPts val="1950"/>
              <a:buFont typeface="IBM Plex Sans"/>
              <a:buNone/>
            </a:pPr>
            <a:r>
              <a:rPr b="0" i="0" lang="en-US" sz="1950" u="none" cap="none" strike="noStrike">
                <a:solidFill>
                  <a:srgbClr val="6B6B6B"/>
                </a:solidFill>
                <a:latin typeface="IBM Plex Sans"/>
                <a:ea typeface="IBM Plex Sans"/>
                <a:cs typeface="IBM Plex Sans"/>
                <a:sym typeface="IBM Plex Sans"/>
              </a:rPr>
              <a:t>Who we are, and why enterprises trust us with their infrastructure.</a:t>
            </a:r>
            <a:endParaRPr b="0" i="0" sz="1950" u="none" cap="none" strike="noStrike">
              <a:solidFill>
                <a:schemeClr val="dk1"/>
              </a:solidFill>
              <a:latin typeface="Calibri"/>
              <a:ea typeface="Calibri"/>
              <a:cs typeface="Calibri"/>
              <a:sym typeface="Calibri"/>
            </a:endParaRPr>
          </a:p>
        </p:txBody>
      </p:sp>
      <p:sp>
        <p:nvSpPr>
          <p:cNvPr id="42" name="Google Shape;42;p2"/>
          <p:cNvSpPr/>
          <p:nvPr/>
        </p:nvSpPr>
        <p:spPr>
          <a:xfrm>
            <a:off x="990600" y="5189494"/>
            <a:ext cx="16306800" cy="96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2"/>
          <p:cNvSpPr/>
          <p:nvPr/>
        </p:nvSpPr>
        <p:spPr>
          <a:xfrm>
            <a:off x="1066800" y="3957152"/>
            <a:ext cx="1505100" cy="952500"/>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F26522"/>
              </a:buClr>
              <a:buSzPts val="7200"/>
              <a:buFont typeface="Barlow Semi Condensed"/>
              <a:buNone/>
            </a:pPr>
            <a:r>
              <a:rPr b="1" i="0" lang="en-US" sz="6660" u="none" cap="none" strike="noStrike">
                <a:solidFill>
                  <a:srgbClr val="F26522"/>
                </a:solidFill>
                <a:latin typeface="Barlow Semi Condensed"/>
                <a:ea typeface="Barlow Semi Condensed"/>
                <a:cs typeface="Barlow Semi Condensed"/>
                <a:sym typeface="Barlow Semi Condensed"/>
              </a:rPr>
              <a:t>02</a:t>
            </a:r>
            <a:endParaRPr b="0" i="0" sz="6660" u="none" cap="none" strike="noStrike">
              <a:solidFill>
                <a:schemeClr val="dk1"/>
              </a:solidFill>
              <a:latin typeface="Calibri"/>
              <a:ea typeface="Calibri"/>
              <a:cs typeface="Calibri"/>
              <a:sym typeface="Calibri"/>
            </a:endParaRPr>
          </a:p>
        </p:txBody>
      </p:sp>
      <p:sp>
        <p:nvSpPr>
          <p:cNvPr id="44" name="Google Shape;44;p2"/>
          <p:cNvSpPr/>
          <p:nvPr/>
        </p:nvSpPr>
        <p:spPr>
          <a:xfrm>
            <a:off x="2952750" y="3882664"/>
            <a:ext cx="7813200" cy="586800"/>
          </a:xfrm>
          <a:prstGeom prst="rect">
            <a:avLst/>
          </a:prstGeom>
          <a:noFill/>
          <a:ln>
            <a:noFill/>
          </a:ln>
        </p:spPr>
        <p:txBody>
          <a:bodyPr anchorCtr="0" anchor="t" bIns="25400" lIns="25400" spcFirstLastPara="1" rIns="25400" wrap="square" tIns="25400">
            <a:normAutofit/>
          </a:bodyPr>
          <a:lstStyle/>
          <a:p>
            <a:pPr indent="0" lvl="0" marL="0" marR="0" rtl="0" algn="l">
              <a:lnSpc>
                <a:spcPct val="90000"/>
              </a:lnSpc>
              <a:spcBef>
                <a:spcPts val="0"/>
              </a:spcBef>
              <a:spcAft>
                <a:spcPts val="0"/>
              </a:spcAft>
              <a:buClr>
                <a:srgbClr val="2D2D2D"/>
              </a:buClr>
              <a:buSzPts val="3600"/>
              <a:buFont typeface="Barlow Semi Condensed"/>
              <a:buNone/>
            </a:pPr>
            <a:r>
              <a:rPr b="1" i="0" lang="en-US" sz="3600" u="none" cap="none" strike="noStrike">
                <a:solidFill>
                  <a:srgbClr val="2D2D2D"/>
                </a:solidFill>
                <a:latin typeface="Barlow Semi Condensed"/>
                <a:ea typeface="Barlow Semi Condensed"/>
                <a:cs typeface="Barlow Semi Condensed"/>
                <a:sym typeface="Barlow Semi Condensed"/>
              </a:rPr>
              <a:t>Solution Landscape</a:t>
            </a:r>
            <a:endParaRPr b="0" i="0" sz="3600" u="none" cap="none" strike="noStrike">
              <a:solidFill>
                <a:schemeClr val="dk1"/>
              </a:solidFill>
              <a:latin typeface="Calibri"/>
              <a:ea typeface="Calibri"/>
              <a:cs typeface="Calibri"/>
              <a:sym typeface="Calibri"/>
            </a:endParaRPr>
          </a:p>
        </p:txBody>
      </p:sp>
      <p:sp>
        <p:nvSpPr>
          <p:cNvPr id="45" name="Google Shape;45;p2"/>
          <p:cNvSpPr/>
          <p:nvPr/>
        </p:nvSpPr>
        <p:spPr>
          <a:xfrm>
            <a:off x="2952750" y="4488454"/>
            <a:ext cx="7813200" cy="3582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6B6B6B"/>
              </a:buClr>
              <a:buSzPts val="1950"/>
              <a:buFont typeface="IBM Plex Sans"/>
              <a:buNone/>
            </a:pPr>
            <a:r>
              <a:rPr b="0" i="0" lang="en-US" sz="1950" u="none" cap="none" strike="noStrike">
                <a:solidFill>
                  <a:srgbClr val="6B6B6B"/>
                </a:solidFill>
                <a:latin typeface="IBM Plex Sans"/>
                <a:ea typeface="IBM Plex Sans"/>
                <a:cs typeface="IBM Plex Sans"/>
                <a:sym typeface="IBM Plex Sans"/>
              </a:rPr>
              <a:t>The full breadth of technologies and partners we deliver end-to-end.</a:t>
            </a:r>
            <a:endParaRPr b="0" i="0" sz="1950" u="none" cap="none" strike="noStrike">
              <a:solidFill>
                <a:schemeClr val="dk1"/>
              </a:solidFill>
              <a:latin typeface="Calibri"/>
              <a:ea typeface="Calibri"/>
              <a:cs typeface="Calibri"/>
              <a:sym typeface="Calibri"/>
            </a:endParaRPr>
          </a:p>
        </p:txBody>
      </p:sp>
      <p:sp>
        <p:nvSpPr>
          <p:cNvPr id="46" name="Google Shape;46;p2"/>
          <p:cNvSpPr/>
          <p:nvPr/>
        </p:nvSpPr>
        <p:spPr>
          <a:xfrm>
            <a:off x="1066800" y="5404124"/>
            <a:ext cx="1505100" cy="952500"/>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F26522"/>
              </a:buClr>
              <a:buSzPts val="7200"/>
              <a:buFont typeface="Barlow Semi Condensed"/>
              <a:buNone/>
            </a:pPr>
            <a:r>
              <a:rPr b="1" i="0" lang="en-US" sz="6660" u="none" cap="none" strike="noStrike">
                <a:solidFill>
                  <a:srgbClr val="F26522"/>
                </a:solidFill>
                <a:latin typeface="Barlow Semi Condensed"/>
                <a:ea typeface="Barlow Semi Condensed"/>
                <a:cs typeface="Barlow Semi Condensed"/>
                <a:sym typeface="Barlow Semi Condensed"/>
              </a:rPr>
              <a:t>03</a:t>
            </a:r>
            <a:endParaRPr b="0" i="0" sz="6660" u="none" cap="none" strike="noStrike">
              <a:solidFill>
                <a:schemeClr val="dk1"/>
              </a:solidFill>
              <a:latin typeface="Calibri"/>
              <a:ea typeface="Calibri"/>
              <a:cs typeface="Calibri"/>
              <a:sym typeface="Calibri"/>
            </a:endParaRPr>
          </a:p>
        </p:txBody>
      </p:sp>
      <p:sp>
        <p:nvSpPr>
          <p:cNvPr id="47" name="Google Shape;47;p2"/>
          <p:cNvSpPr/>
          <p:nvPr/>
        </p:nvSpPr>
        <p:spPr>
          <a:xfrm>
            <a:off x="2952750" y="5329636"/>
            <a:ext cx="8938500" cy="586800"/>
          </a:xfrm>
          <a:prstGeom prst="rect">
            <a:avLst/>
          </a:prstGeom>
          <a:noFill/>
          <a:ln>
            <a:noFill/>
          </a:ln>
        </p:spPr>
        <p:txBody>
          <a:bodyPr anchorCtr="0" anchor="t" bIns="25400" lIns="25400" spcFirstLastPara="1" rIns="25400" wrap="square" tIns="25400">
            <a:normAutofit/>
          </a:bodyPr>
          <a:lstStyle/>
          <a:p>
            <a:pPr indent="0" lvl="0" marL="0" rtl="0" algn="l">
              <a:lnSpc>
                <a:spcPct val="90000"/>
              </a:lnSpc>
              <a:spcBef>
                <a:spcPts val="0"/>
              </a:spcBef>
              <a:spcAft>
                <a:spcPts val="0"/>
              </a:spcAft>
              <a:buClr>
                <a:srgbClr val="2D2D2D"/>
              </a:buClr>
              <a:buSzPts val="3600"/>
              <a:buFont typeface="Barlow Semi Condensed"/>
              <a:buNone/>
            </a:pPr>
            <a:r>
              <a:rPr b="1" lang="en-US" sz="3600">
                <a:solidFill>
                  <a:srgbClr val="2D2D2D"/>
                </a:solidFill>
                <a:latin typeface="Barlow Semi Condensed"/>
                <a:ea typeface="Barlow Semi Condensed"/>
                <a:cs typeface="Barlow Semi Condensed"/>
                <a:sym typeface="Barlow Semi Condensed"/>
              </a:rPr>
              <a:t>High-Level Plan</a:t>
            </a:r>
            <a:endParaRPr b="0" i="0" sz="3600" u="none" cap="none" strike="noStrike">
              <a:solidFill>
                <a:schemeClr val="dk1"/>
              </a:solidFill>
              <a:latin typeface="Calibri"/>
              <a:ea typeface="Calibri"/>
              <a:cs typeface="Calibri"/>
              <a:sym typeface="Calibri"/>
            </a:endParaRPr>
          </a:p>
        </p:txBody>
      </p:sp>
      <p:sp>
        <p:nvSpPr>
          <p:cNvPr id="48" name="Google Shape;48;p2"/>
          <p:cNvSpPr/>
          <p:nvPr/>
        </p:nvSpPr>
        <p:spPr>
          <a:xfrm>
            <a:off x="2952750" y="5935426"/>
            <a:ext cx="8938500" cy="358200"/>
          </a:xfrm>
          <a:prstGeom prst="rect">
            <a:avLst/>
          </a:prstGeom>
          <a:noFill/>
          <a:ln>
            <a:noFill/>
          </a:ln>
        </p:spPr>
        <p:txBody>
          <a:bodyPr anchorCtr="0" anchor="t" bIns="25400" lIns="25400" spcFirstLastPara="1" rIns="25400" wrap="square" tIns="25400">
            <a:normAutofit/>
          </a:bodyPr>
          <a:lstStyle/>
          <a:p>
            <a:pPr indent="0" lvl="0" marL="0" rtl="0" algn="l">
              <a:spcBef>
                <a:spcPts val="0"/>
              </a:spcBef>
              <a:spcAft>
                <a:spcPts val="0"/>
              </a:spcAft>
              <a:buClr>
                <a:srgbClr val="6B6B6B"/>
              </a:buClr>
              <a:buSzPts val="1950"/>
              <a:buFont typeface="IBM Plex Sans"/>
              <a:buNone/>
            </a:pPr>
            <a:r>
              <a:rPr lang="en-US" sz="1950">
                <a:solidFill>
                  <a:srgbClr val="6B6B6B"/>
                </a:solidFill>
                <a:latin typeface="IBM Plex Sans"/>
                <a:ea typeface="IBM Plex Sans"/>
                <a:cs typeface="IBM Plex Sans"/>
                <a:sym typeface="IBM Plex Sans"/>
              </a:rPr>
              <a:t>Detail development plan</a:t>
            </a:r>
            <a:endParaRPr b="0" i="0" sz="1950" u="none" cap="none" strike="noStrike">
              <a:solidFill>
                <a:schemeClr val="dk1"/>
              </a:solidFill>
              <a:latin typeface="Calibri"/>
              <a:ea typeface="Calibri"/>
              <a:cs typeface="Calibri"/>
              <a:sym typeface="Calibri"/>
            </a:endParaRPr>
          </a:p>
        </p:txBody>
      </p:sp>
      <p:sp>
        <p:nvSpPr>
          <p:cNvPr id="49" name="Google Shape;49;p2"/>
          <p:cNvSpPr/>
          <p:nvPr/>
        </p:nvSpPr>
        <p:spPr>
          <a:xfrm>
            <a:off x="16273224" y="9627870"/>
            <a:ext cx="1100376" cy="33528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AAAAAA"/>
              </a:buClr>
              <a:buSzPts val="1800"/>
              <a:buFont typeface="IBM Plex Mono"/>
              <a:buNone/>
            </a:pPr>
            <a:r>
              <a:rPr b="0" i="0" lang="en-US" sz="1800" u="none" cap="none" strike="noStrike">
                <a:solidFill>
                  <a:srgbClr val="AAAAAA"/>
                </a:solidFill>
                <a:latin typeface="IBM Plex Mono"/>
                <a:ea typeface="IBM Plex Mono"/>
                <a:cs typeface="IBM Plex Mono"/>
                <a:sym typeface="IBM Plex Mono"/>
              </a:rPr>
              <a:t>02 / 19</a:t>
            </a:r>
            <a:endParaRPr b="0" i="0" sz="1800" u="none" cap="none" strike="noStrike">
              <a:solidFill>
                <a:schemeClr val="dk1"/>
              </a:solidFill>
              <a:latin typeface="Calibri"/>
              <a:ea typeface="Calibri"/>
              <a:cs typeface="Calibri"/>
              <a:sym typeface="Calibri"/>
            </a:endParaRPr>
          </a:p>
        </p:txBody>
      </p:sp>
      <p:sp>
        <p:nvSpPr>
          <p:cNvPr id="50" name="Google Shape;50;p2"/>
          <p:cNvSpPr/>
          <p:nvPr/>
        </p:nvSpPr>
        <p:spPr>
          <a:xfrm>
            <a:off x="990600" y="6476741"/>
            <a:ext cx="16306800" cy="96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2"/>
          <p:cNvSpPr/>
          <p:nvPr/>
        </p:nvSpPr>
        <p:spPr>
          <a:xfrm>
            <a:off x="1066800" y="6857023"/>
            <a:ext cx="1505100" cy="952500"/>
          </a:xfrm>
          <a:prstGeom prst="rect">
            <a:avLst/>
          </a:prstGeom>
          <a:noFill/>
          <a:ln>
            <a:noFill/>
          </a:ln>
        </p:spPr>
        <p:txBody>
          <a:bodyPr anchorCtr="0" anchor="t" bIns="25400" lIns="25400" spcFirstLastPara="1" rIns="25400" wrap="square" tIns="25400">
            <a:noAutofit/>
          </a:bodyPr>
          <a:lstStyle/>
          <a:p>
            <a:pPr indent="0" lvl="0" marL="0" marR="0" rtl="0" algn="l">
              <a:lnSpc>
                <a:spcPct val="80000"/>
              </a:lnSpc>
              <a:spcBef>
                <a:spcPts val="0"/>
              </a:spcBef>
              <a:spcAft>
                <a:spcPts val="0"/>
              </a:spcAft>
              <a:buClr>
                <a:srgbClr val="F26522"/>
              </a:buClr>
              <a:buSzPts val="7200"/>
              <a:buFont typeface="Barlow Semi Condensed"/>
              <a:buNone/>
            </a:pPr>
            <a:r>
              <a:rPr b="1" i="0" lang="en-US" sz="6660" u="none" cap="none" strike="noStrike">
                <a:solidFill>
                  <a:srgbClr val="F26522"/>
                </a:solidFill>
                <a:latin typeface="Barlow Semi Condensed"/>
                <a:ea typeface="Barlow Semi Condensed"/>
                <a:cs typeface="Barlow Semi Condensed"/>
                <a:sym typeface="Barlow Semi Condensed"/>
              </a:rPr>
              <a:t>0</a:t>
            </a:r>
            <a:r>
              <a:rPr b="1" lang="en-US" sz="6660">
                <a:solidFill>
                  <a:srgbClr val="F26522"/>
                </a:solidFill>
                <a:latin typeface="Barlow Semi Condensed"/>
                <a:ea typeface="Barlow Semi Condensed"/>
                <a:cs typeface="Barlow Semi Condensed"/>
                <a:sym typeface="Barlow Semi Condensed"/>
              </a:rPr>
              <a:t>4</a:t>
            </a:r>
            <a:endParaRPr b="0" i="0" sz="6660" u="none" cap="none" strike="noStrike">
              <a:solidFill>
                <a:schemeClr val="dk1"/>
              </a:solidFill>
              <a:latin typeface="Calibri"/>
              <a:ea typeface="Calibri"/>
              <a:cs typeface="Calibri"/>
              <a:sym typeface="Calibri"/>
            </a:endParaRPr>
          </a:p>
        </p:txBody>
      </p:sp>
      <p:sp>
        <p:nvSpPr>
          <p:cNvPr id="52" name="Google Shape;52;p2"/>
          <p:cNvSpPr/>
          <p:nvPr/>
        </p:nvSpPr>
        <p:spPr>
          <a:xfrm>
            <a:off x="2952750" y="6782535"/>
            <a:ext cx="8938500" cy="586800"/>
          </a:xfrm>
          <a:prstGeom prst="rect">
            <a:avLst/>
          </a:prstGeom>
          <a:noFill/>
          <a:ln>
            <a:noFill/>
          </a:ln>
        </p:spPr>
        <p:txBody>
          <a:bodyPr anchorCtr="0" anchor="t" bIns="25400" lIns="25400" spcFirstLastPara="1" rIns="25400" wrap="square" tIns="25400">
            <a:noAutofit/>
          </a:bodyPr>
          <a:lstStyle/>
          <a:p>
            <a:pPr indent="0" lvl="0" marL="0" rtl="0" algn="l">
              <a:lnSpc>
                <a:spcPct val="90000"/>
              </a:lnSpc>
              <a:spcBef>
                <a:spcPts val="0"/>
              </a:spcBef>
              <a:spcAft>
                <a:spcPts val="0"/>
              </a:spcAft>
              <a:buClr>
                <a:srgbClr val="2D2D2D"/>
              </a:buClr>
              <a:buSzPts val="3600"/>
              <a:buFont typeface="Barlow Semi Condensed"/>
              <a:buNone/>
            </a:pPr>
            <a:r>
              <a:rPr b="1" lang="en-US" sz="3600">
                <a:solidFill>
                  <a:srgbClr val="2D2D2D"/>
                </a:solidFill>
                <a:latin typeface="Barlow Semi Condensed"/>
                <a:ea typeface="Barlow Semi Condensed"/>
                <a:cs typeface="Barlow Semi Condensed"/>
                <a:sym typeface="Barlow Semi Condensed"/>
              </a:rPr>
              <a:t>Introduction Team</a:t>
            </a:r>
            <a:endParaRPr b="0" i="0" sz="3600" u="none" cap="none" strike="noStrike">
              <a:solidFill>
                <a:schemeClr val="dk1"/>
              </a:solidFill>
              <a:latin typeface="Calibri"/>
              <a:ea typeface="Calibri"/>
              <a:cs typeface="Calibri"/>
              <a:sym typeface="Calibri"/>
            </a:endParaRPr>
          </a:p>
        </p:txBody>
      </p:sp>
      <p:sp>
        <p:nvSpPr>
          <p:cNvPr id="53" name="Google Shape;53;p2"/>
          <p:cNvSpPr/>
          <p:nvPr/>
        </p:nvSpPr>
        <p:spPr>
          <a:xfrm>
            <a:off x="2952750" y="7388323"/>
            <a:ext cx="13552200" cy="358200"/>
          </a:xfrm>
          <a:prstGeom prst="rect">
            <a:avLst/>
          </a:prstGeom>
          <a:noFill/>
          <a:ln>
            <a:noFill/>
          </a:ln>
        </p:spPr>
        <p:txBody>
          <a:bodyPr anchorCtr="0" anchor="t" bIns="25400" lIns="25400" spcFirstLastPara="1" rIns="25400" wrap="square" tIns="25400">
            <a:noAutofit/>
          </a:bodyPr>
          <a:lstStyle/>
          <a:p>
            <a:pPr indent="0" lvl="0" marL="0" rtl="0" algn="l">
              <a:spcBef>
                <a:spcPts val="0"/>
              </a:spcBef>
              <a:spcAft>
                <a:spcPts val="0"/>
              </a:spcAft>
              <a:buClr>
                <a:srgbClr val="6B6B6B"/>
              </a:buClr>
              <a:buSzPts val="1950"/>
              <a:buFont typeface="IBM Plex Sans"/>
              <a:buNone/>
            </a:pPr>
            <a:r>
              <a:rPr lang="en-US" sz="1950">
                <a:solidFill>
                  <a:srgbClr val="6B6B6B"/>
                </a:solidFill>
                <a:latin typeface="IBM Plex Sans"/>
                <a:ea typeface="IBM Plex Sans"/>
                <a:cs typeface="IBM Plex Sans"/>
                <a:sym typeface="IBM Plex Sans"/>
              </a:rPr>
              <a:t>Organization and Structure team</a:t>
            </a:r>
            <a:endParaRPr sz="195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B6B6B"/>
              </a:buClr>
              <a:buSzPts val="1950"/>
              <a:buFont typeface="IBM Plex Sans"/>
              <a:buNone/>
            </a:pPr>
            <a:r>
              <a:t/>
            </a:r>
            <a:endParaRPr sz="1950">
              <a:solidFill>
                <a:schemeClr val="dk1"/>
              </a:solidFill>
              <a:latin typeface="Calibri"/>
              <a:ea typeface="Calibri"/>
              <a:cs typeface="Calibri"/>
              <a:sym typeface="Calibri"/>
            </a:endParaRPr>
          </a:p>
        </p:txBody>
      </p:sp>
      <p:sp>
        <p:nvSpPr>
          <p:cNvPr id="54" name="Google Shape;54;p2"/>
          <p:cNvSpPr/>
          <p:nvPr/>
        </p:nvSpPr>
        <p:spPr>
          <a:xfrm>
            <a:off x="1066800" y="7796707"/>
            <a:ext cx="16306800" cy="96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2"/>
          <p:cNvSpPr/>
          <p:nvPr/>
        </p:nvSpPr>
        <p:spPr>
          <a:xfrm>
            <a:off x="1066800" y="8308165"/>
            <a:ext cx="1505100" cy="952500"/>
          </a:xfrm>
          <a:prstGeom prst="rect">
            <a:avLst/>
          </a:prstGeom>
          <a:noFill/>
          <a:ln>
            <a:noFill/>
          </a:ln>
        </p:spPr>
        <p:txBody>
          <a:bodyPr anchorCtr="0" anchor="t" bIns="25400" lIns="25400" spcFirstLastPara="1" rIns="25400" wrap="square" tIns="25400">
            <a:noAutofit/>
          </a:bodyPr>
          <a:lstStyle/>
          <a:p>
            <a:pPr indent="0" lvl="0" marL="0" marR="0" rtl="0" algn="l">
              <a:lnSpc>
                <a:spcPct val="80000"/>
              </a:lnSpc>
              <a:spcBef>
                <a:spcPts val="0"/>
              </a:spcBef>
              <a:spcAft>
                <a:spcPts val="0"/>
              </a:spcAft>
              <a:buClr>
                <a:srgbClr val="F26522"/>
              </a:buClr>
              <a:buSzPts val="7200"/>
              <a:buFont typeface="Barlow Semi Condensed"/>
              <a:buNone/>
            </a:pPr>
            <a:r>
              <a:rPr b="1" i="0" lang="en-US" sz="6660" u="none" cap="none" strike="noStrike">
                <a:solidFill>
                  <a:srgbClr val="F26522"/>
                </a:solidFill>
                <a:latin typeface="Barlow Semi Condensed"/>
                <a:ea typeface="Barlow Semi Condensed"/>
                <a:cs typeface="Barlow Semi Condensed"/>
                <a:sym typeface="Barlow Semi Condensed"/>
              </a:rPr>
              <a:t>0</a:t>
            </a:r>
            <a:r>
              <a:rPr b="1" lang="en-US" sz="6660">
                <a:solidFill>
                  <a:srgbClr val="F26522"/>
                </a:solidFill>
                <a:latin typeface="Barlow Semi Condensed"/>
                <a:ea typeface="Barlow Semi Condensed"/>
                <a:cs typeface="Barlow Semi Condensed"/>
                <a:sym typeface="Barlow Semi Condensed"/>
              </a:rPr>
              <a:t>5</a:t>
            </a:r>
            <a:endParaRPr b="0" i="0" sz="6660" u="none" cap="none" strike="noStrike">
              <a:solidFill>
                <a:schemeClr val="dk1"/>
              </a:solidFill>
              <a:latin typeface="Calibri"/>
              <a:ea typeface="Calibri"/>
              <a:cs typeface="Calibri"/>
              <a:sym typeface="Calibri"/>
            </a:endParaRPr>
          </a:p>
        </p:txBody>
      </p:sp>
      <p:sp>
        <p:nvSpPr>
          <p:cNvPr id="56" name="Google Shape;56;p2"/>
          <p:cNvSpPr/>
          <p:nvPr/>
        </p:nvSpPr>
        <p:spPr>
          <a:xfrm>
            <a:off x="2952750" y="8233677"/>
            <a:ext cx="8938500" cy="586800"/>
          </a:xfrm>
          <a:prstGeom prst="rect">
            <a:avLst/>
          </a:prstGeom>
          <a:noFill/>
          <a:ln>
            <a:noFill/>
          </a:ln>
        </p:spPr>
        <p:txBody>
          <a:bodyPr anchorCtr="0" anchor="t" bIns="25400" lIns="25400" spcFirstLastPara="1" rIns="25400" wrap="square" tIns="25400">
            <a:noAutofit/>
          </a:bodyPr>
          <a:lstStyle/>
          <a:p>
            <a:pPr indent="0" lvl="0" marL="0" marR="0" rtl="0" algn="l">
              <a:lnSpc>
                <a:spcPct val="90000"/>
              </a:lnSpc>
              <a:spcBef>
                <a:spcPts val="0"/>
              </a:spcBef>
              <a:spcAft>
                <a:spcPts val="0"/>
              </a:spcAft>
              <a:buClr>
                <a:srgbClr val="2D2D2D"/>
              </a:buClr>
              <a:buSzPts val="3600"/>
              <a:buFont typeface="Barlow Semi Condensed"/>
              <a:buNone/>
            </a:pPr>
            <a:r>
              <a:rPr b="1" lang="en-US" sz="3600">
                <a:solidFill>
                  <a:srgbClr val="2D2D2D"/>
                </a:solidFill>
                <a:latin typeface="Barlow Semi Condensed"/>
                <a:ea typeface="Barlow Semi Condensed"/>
                <a:cs typeface="Barlow Semi Condensed"/>
                <a:sym typeface="Barlow Semi Condensed"/>
              </a:rPr>
              <a:t>Discussion Time</a:t>
            </a:r>
            <a:endParaRPr b="0" i="0" sz="3600" u="none" cap="none" strike="noStrike">
              <a:solidFill>
                <a:schemeClr val="dk1"/>
              </a:solidFill>
              <a:latin typeface="Calibri"/>
              <a:ea typeface="Calibri"/>
              <a:cs typeface="Calibri"/>
              <a:sym typeface="Calibri"/>
            </a:endParaRPr>
          </a:p>
        </p:txBody>
      </p:sp>
      <p:sp>
        <p:nvSpPr>
          <p:cNvPr id="57" name="Google Shape;57;p2"/>
          <p:cNvSpPr/>
          <p:nvPr/>
        </p:nvSpPr>
        <p:spPr>
          <a:xfrm>
            <a:off x="2952750" y="8839465"/>
            <a:ext cx="13552200" cy="3582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6B6B6B"/>
              </a:buClr>
              <a:buSzPts val="1950"/>
              <a:buFont typeface="IBM Plex Sans"/>
              <a:buNone/>
            </a:pPr>
            <a:r>
              <a:rPr lang="en-US" sz="1950">
                <a:solidFill>
                  <a:srgbClr val="6B6B6B"/>
                </a:solidFill>
                <a:latin typeface="IBM Plex Sans"/>
                <a:ea typeface="IBM Plex Sans"/>
                <a:cs typeface="IBM Plex Sans"/>
                <a:sym typeface="IBM Plex Sans"/>
              </a:rPr>
              <a:t>This briefing covers alternative methods, scalability, acceleration, work mechanisms, and compliance requirements. </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62" name="Shape 62"/>
        <p:cNvGrpSpPr/>
        <p:nvPr/>
      </p:nvGrpSpPr>
      <p:grpSpPr>
        <a:xfrm>
          <a:off x="0" y="0"/>
          <a:ext cx="0" cy="0"/>
          <a:chOff x="0" y="0"/>
          <a:chExt cx="0" cy="0"/>
        </a:xfrm>
      </p:grpSpPr>
      <p:sp>
        <p:nvSpPr>
          <p:cNvPr id="63" name="Google Shape;63;p3"/>
          <p:cNvSpPr/>
          <p:nvPr/>
        </p:nvSpPr>
        <p:spPr>
          <a:xfrm>
            <a:off x="990600" y="1993344"/>
            <a:ext cx="16306800" cy="22860"/>
          </a:xfrm>
          <a:prstGeom prst="rect">
            <a:avLst/>
          </a:prstGeom>
          <a:solidFill>
            <a:srgbClr val="F265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3"/>
          <p:cNvSpPr/>
          <p:nvPr/>
        </p:nvSpPr>
        <p:spPr>
          <a:xfrm>
            <a:off x="990600" y="762000"/>
            <a:ext cx="3761564" cy="312420"/>
          </a:xfrm>
          <a:prstGeom prst="rect">
            <a:avLst/>
          </a:prstGeom>
          <a:noFill/>
          <a:ln>
            <a:noFill/>
          </a:ln>
        </p:spPr>
        <p:txBody>
          <a:bodyPr anchorCtr="0" anchor="t" bIns="25400" lIns="25400" spcFirstLastPara="1" rIns="25400" wrap="square" tIns="25400">
            <a:normAutofit/>
          </a:bodyPr>
          <a:lstStyle/>
          <a:p>
            <a:pPr indent="0" lvl="0" marL="0" marR="0" rtl="0" algn="l">
              <a:lnSpc>
                <a:spcPct val="90000"/>
              </a:lnSpc>
              <a:spcBef>
                <a:spcPts val="0"/>
              </a:spcBef>
              <a:spcAft>
                <a:spcPts val="0"/>
              </a:spcAft>
              <a:buClr>
                <a:srgbClr val="F26522"/>
              </a:buClr>
              <a:buSzPts val="1800"/>
              <a:buFont typeface="Barlow Semi Condensed"/>
              <a:buNone/>
            </a:pPr>
            <a:r>
              <a:rPr b="1" i="0" lang="en-US" sz="1800" u="none" cap="none" strike="noStrike">
                <a:solidFill>
                  <a:srgbClr val="F26522"/>
                </a:solidFill>
                <a:latin typeface="Barlow Semi Condensed"/>
                <a:ea typeface="Barlow Semi Condensed"/>
                <a:cs typeface="Barlow Semi Condensed"/>
                <a:sym typeface="Barlow Semi Condensed"/>
              </a:rPr>
              <a:t>WHO WE ARE</a:t>
            </a:r>
            <a:endParaRPr b="0" i="0" sz="1800" u="none" cap="none" strike="noStrike">
              <a:solidFill>
                <a:schemeClr val="dk1"/>
              </a:solidFill>
              <a:latin typeface="Calibri"/>
              <a:ea typeface="Calibri"/>
              <a:cs typeface="Calibri"/>
              <a:sym typeface="Calibri"/>
            </a:endParaRPr>
          </a:p>
        </p:txBody>
      </p:sp>
      <p:sp>
        <p:nvSpPr>
          <p:cNvPr id="65" name="Google Shape;65;p3"/>
          <p:cNvSpPr/>
          <p:nvPr/>
        </p:nvSpPr>
        <p:spPr>
          <a:xfrm>
            <a:off x="990600" y="1169670"/>
            <a:ext cx="3761564" cy="652224"/>
          </a:xfrm>
          <a:prstGeom prst="rect">
            <a:avLst/>
          </a:prstGeom>
          <a:noFill/>
          <a:ln>
            <a:noFill/>
          </a:ln>
        </p:spPr>
        <p:txBody>
          <a:bodyPr anchorCtr="0" anchor="t" bIns="25400" lIns="25400" spcFirstLastPara="1" rIns="25400" wrap="square" tIns="25400">
            <a:normAutofit/>
          </a:bodyPr>
          <a:lstStyle/>
          <a:p>
            <a:pPr indent="0" lvl="0" marL="0" marR="0" rtl="0" algn="l">
              <a:lnSpc>
                <a:spcPct val="94000"/>
              </a:lnSpc>
              <a:spcBef>
                <a:spcPts val="0"/>
              </a:spcBef>
              <a:spcAft>
                <a:spcPts val="0"/>
              </a:spcAft>
              <a:buClr>
                <a:srgbClr val="2D2D2D"/>
              </a:buClr>
              <a:buSzPts val="4650"/>
              <a:buFont typeface="Barlow Semi Condensed"/>
              <a:buNone/>
            </a:pPr>
            <a:r>
              <a:rPr b="1" i="0" lang="en-US" sz="3885" u="none" cap="none" strike="noStrike">
                <a:solidFill>
                  <a:srgbClr val="2D2D2D"/>
                </a:solidFill>
                <a:latin typeface="Barlow Semi Condensed"/>
                <a:ea typeface="Barlow Semi Condensed"/>
                <a:cs typeface="Barlow Semi Condensed"/>
                <a:sym typeface="Barlow Semi Condensed"/>
              </a:rPr>
              <a:t>Our Core Values</a:t>
            </a:r>
            <a:endParaRPr b="0" i="0" sz="3885" u="none" cap="none" strike="noStrike">
              <a:solidFill>
                <a:schemeClr val="dk1"/>
              </a:solidFill>
              <a:latin typeface="Calibri"/>
              <a:ea typeface="Calibri"/>
              <a:cs typeface="Calibri"/>
              <a:sym typeface="Calibri"/>
            </a:endParaRPr>
          </a:p>
        </p:txBody>
      </p:sp>
      <p:sp>
        <p:nvSpPr>
          <p:cNvPr id="66" name="Google Shape;66;p3"/>
          <p:cNvSpPr/>
          <p:nvPr/>
        </p:nvSpPr>
        <p:spPr>
          <a:xfrm>
            <a:off x="990600" y="2549600"/>
            <a:ext cx="3876600" cy="4968600"/>
          </a:xfrm>
          <a:prstGeom prst="roundRect">
            <a:avLst>
              <a:gd fmla="val 2457" name="adj"/>
            </a:avLst>
          </a:prstGeom>
          <a:solidFill>
            <a:srgbClr val="FFFFFF"/>
          </a:solidFill>
          <a:ln>
            <a:noFill/>
          </a:ln>
          <a:effectLst>
            <a:outerShdw blurRad="76200" rotWithShape="0" algn="bl" dir="5400000" dist="19050">
              <a:srgbClr val="000000">
                <a:alpha val="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3"/>
          <p:cNvSpPr/>
          <p:nvPr/>
        </p:nvSpPr>
        <p:spPr>
          <a:xfrm>
            <a:off x="990600" y="9669780"/>
            <a:ext cx="3876675" cy="9525"/>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3"/>
          <p:cNvSpPr/>
          <p:nvPr/>
        </p:nvSpPr>
        <p:spPr>
          <a:xfrm>
            <a:off x="990600" y="2549605"/>
            <a:ext cx="3876675" cy="45720"/>
          </a:xfrm>
          <a:prstGeom prst="rect">
            <a:avLst/>
          </a:prstGeom>
          <a:solidFill>
            <a:srgbClr val="F265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3"/>
          <p:cNvSpPr/>
          <p:nvPr/>
        </p:nvSpPr>
        <p:spPr>
          <a:xfrm>
            <a:off x="990600" y="2549605"/>
            <a:ext cx="9525" cy="7127796"/>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3"/>
          <p:cNvSpPr/>
          <p:nvPr/>
        </p:nvSpPr>
        <p:spPr>
          <a:xfrm>
            <a:off x="4859655" y="2549605"/>
            <a:ext cx="9525" cy="7127796"/>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3"/>
          <p:cNvSpPr/>
          <p:nvPr/>
        </p:nvSpPr>
        <p:spPr>
          <a:xfrm>
            <a:off x="2378700" y="3115924"/>
            <a:ext cx="1100400" cy="876300"/>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F26522"/>
              </a:buClr>
              <a:buSzPts val="6600"/>
              <a:buFont typeface="Barlow Semi Condensed"/>
              <a:buNone/>
            </a:pPr>
            <a:r>
              <a:rPr b="1" i="0" lang="en-US" sz="6105" u="none" cap="none" strike="noStrike">
                <a:solidFill>
                  <a:srgbClr val="F26522"/>
                </a:solidFill>
                <a:latin typeface="Barlow Semi Condensed"/>
                <a:ea typeface="Barlow Semi Condensed"/>
                <a:cs typeface="Barlow Semi Condensed"/>
                <a:sym typeface="Barlow Semi Condensed"/>
              </a:rPr>
              <a:t>30</a:t>
            </a:r>
            <a:r>
              <a:rPr b="1" i="0" lang="en-US" sz="3330" u="none" cap="none" strike="noStrike">
                <a:solidFill>
                  <a:srgbClr val="F26522"/>
                </a:solidFill>
                <a:latin typeface="Barlow Semi Condensed"/>
                <a:ea typeface="Barlow Semi Condensed"/>
                <a:cs typeface="Barlow Semi Condensed"/>
                <a:sym typeface="Barlow Semi Condensed"/>
              </a:rPr>
              <a:t>+</a:t>
            </a:r>
            <a:endParaRPr b="0" i="0" sz="6105" u="none" cap="none" strike="noStrike">
              <a:solidFill>
                <a:schemeClr val="dk1"/>
              </a:solidFill>
              <a:latin typeface="Calibri"/>
              <a:ea typeface="Calibri"/>
              <a:cs typeface="Calibri"/>
              <a:sym typeface="Calibri"/>
            </a:endParaRPr>
          </a:p>
        </p:txBody>
      </p:sp>
      <p:sp>
        <p:nvSpPr>
          <p:cNvPr id="72" name="Google Shape;72;p3"/>
          <p:cNvSpPr/>
          <p:nvPr/>
        </p:nvSpPr>
        <p:spPr>
          <a:xfrm>
            <a:off x="1341120" y="4081224"/>
            <a:ext cx="3270904" cy="434340"/>
          </a:xfrm>
          <a:prstGeom prst="rect">
            <a:avLst/>
          </a:prstGeom>
          <a:noFill/>
          <a:ln>
            <a:noFill/>
          </a:ln>
        </p:spPr>
        <p:txBody>
          <a:bodyPr anchorCtr="0" anchor="t" bIns="25400" lIns="25400" spcFirstLastPara="1" rIns="25400" wrap="square" tIns="25400">
            <a:normAutofit/>
          </a:bodyPr>
          <a:lstStyle/>
          <a:p>
            <a:pPr indent="0" lvl="0" marL="0" marR="0" rtl="0" algn="l">
              <a:lnSpc>
                <a:spcPct val="90000"/>
              </a:lnSpc>
              <a:spcBef>
                <a:spcPts val="0"/>
              </a:spcBef>
              <a:spcAft>
                <a:spcPts val="0"/>
              </a:spcAft>
              <a:buClr>
                <a:srgbClr val="2D2D2D"/>
              </a:buClr>
              <a:buSzPts val="2550"/>
              <a:buFont typeface="Barlow Semi Condensed"/>
              <a:buNone/>
            </a:pPr>
            <a:r>
              <a:rPr b="1" i="0" lang="en-US" sz="2550" u="none" cap="none" strike="noStrike">
                <a:solidFill>
                  <a:srgbClr val="2D2D2D"/>
                </a:solidFill>
                <a:latin typeface="Barlow Semi Condensed"/>
                <a:ea typeface="Barlow Semi Condensed"/>
                <a:cs typeface="Barlow Semi Condensed"/>
                <a:sym typeface="Barlow Semi Condensed"/>
              </a:rPr>
              <a:t>30 Years Experience</a:t>
            </a:r>
            <a:endParaRPr b="0" i="0" sz="2550" u="none" cap="none" strike="noStrike">
              <a:solidFill>
                <a:schemeClr val="dk1"/>
              </a:solidFill>
              <a:latin typeface="Calibri"/>
              <a:ea typeface="Calibri"/>
              <a:cs typeface="Calibri"/>
              <a:sym typeface="Calibri"/>
            </a:endParaRPr>
          </a:p>
        </p:txBody>
      </p:sp>
      <p:sp>
        <p:nvSpPr>
          <p:cNvPr id="73" name="Google Shape;73;p3"/>
          <p:cNvSpPr/>
          <p:nvPr/>
        </p:nvSpPr>
        <p:spPr>
          <a:xfrm>
            <a:off x="1341120" y="4629864"/>
            <a:ext cx="3270904" cy="1824038"/>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B6B6B"/>
              </a:buClr>
              <a:buSzPts val="1875"/>
              <a:buFont typeface="IBM Plex Sans"/>
              <a:buNone/>
            </a:pPr>
            <a:r>
              <a:rPr b="0" i="0" lang="en-US" sz="1875" u="none" cap="none" strike="noStrike">
                <a:solidFill>
                  <a:srgbClr val="6B6B6B"/>
                </a:solidFill>
                <a:latin typeface="IBM Plex Sans"/>
                <a:ea typeface="IBM Plex Sans"/>
                <a:cs typeface="IBM Plex Sans"/>
                <a:sym typeface="IBM Plex Sans"/>
              </a:rPr>
              <a:t>More than 30 years of experience — PT Sisindokom Lintasbuana is ready to help you with the best IT solutions.</a:t>
            </a:r>
            <a:endParaRPr b="0" i="0" sz="1875" u="none" cap="none" strike="noStrike">
              <a:solidFill>
                <a:schemeClr val="dk1"/>
              </a:solidFill>
              <a:latin typeface="Calibri"/>
              <a:ea typeface="Calibri"/>
              <a:cs typeface="Calibri"/>
              <a:sym typeface="Calibri"/>
            </a:endParaRPr>
          </a:p>
        </p:txBody>
      </p:sp>
      <p:sp>
        <p:nvSpPr>
          <p:cNvPr id="74" name="Google Shape;74;p3"/>
          <p:cNvSpPr/>
          <p:nvPr/>
        </p:nvSpPr>
        <p:spPr>
          <a:xfrm>
            <a:off x="5133975" y="2549600"/>
            <a:ext cx="3876600" cy="4968600"/>
          </a:xfrm>
          <a:prstGeom prst="roundRect">
            <a:avLst>
              <a:gd fmla="val 2457" name="adj"/>
            </a:avLst>
          </a:prstGeom>
          <a:solidFill>
            <a:srgbClr val="FFFFFF"/>
          </a:solidFill>
          <a:ln>
            <a:noFill/>
          </a:ln>
          <a:effectLst>
            <a:outerShdw blurRad="76200" rotWithShape="0" algn="bl" dir="5400000" dist="19050">
              <a:srgbClr val="000000">
                <a:alpha val="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3"/>
          <p:cNvSpPr/>
          <p:nvPr/>
        </p:nvSpPr>
        <p:spPr>
          <a:xfrm>
            <a:off x="5133975" y="9669780"/>
            <a:ext cx="3876675" cy="9525"/>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3"/>
          <p:cNvSpPr/>
          <p:nvPr/>
        </p:nvSpPr>
        <p:spPr>
          <a:xfrm>
            <a:off x="5133975" y="2549605"/>
            <a:ext cx="3876675" cy="45720"/>
          </a:xfrm>
          <a:prstGeom prst="rect">
            <a:avLst/>
          </a:prstGeom>
          <a:solidFill>
            <a:srgbClr val="F265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3"/>
          <p:cNvSpPr/>
          <p:nvPr/>
        </p:nvSpPr>
        <p:spPr>
          <a:xfrm>
            <a:off x="5133975" y="2549605"/>
            <a:ext cx="9525" cy="7127796"/>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3"/>
          <p:cNvSpPr/>
          <p:nvPr/>
        </p:nvSpPr>
        <p:spPr>
          <a:xfrm>
            <a:off x="9003030" y="2549605"/>
            <a:ext cx="9525" cy="7127796"/>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9" name="Google Shape;79;p3"/>
          <p:cNvPicPr preferRelativeResize="0"/>
          <p:nvPr/>
        </p:nvPicPr>
        <p:blipFill rotWithShape="1">
          <a:blip r:embed="rId3">
            <a:alphaModFix/>
          </a:blip>
          <a:srcRect b="0" l="0" r="0" t="0"/>
          <a:stretch/>
        </p:blipFill>
        <p:spPr>
          <a:xfrm>
            <a:off x="6607758" y="2989337"/>
            <a:ext cx="931000" cy="931000"/>
          </a:xfrm>
          <a:prstGeom prst="rect">
            <a:avLst/>
          </a:prstGeom>
          <a:noFill/>
          <a:ln>
            <a:noFill/>
          </a:ln>
        </p:spPr>
      </p:pic>
      <p:sp>
        <p:nvSpPr>
          <p:cNvPr id="80" name="Google Shape;80;p3"/>
          <p:cNvSpPr/>
          <p:nvPr/>
        </p:nvSpPr>
        <p:spPr>
          <a:xfrm>
            <a:off x="5484495" y="4157424"/>
            <a:ext cx="3270904" cy="434340"/>
          </a:xfrm>
          <a:prstGeom prst="rect">
            <a:avLst/>
          </a:prstGeom>
          <a:noFill/>
          <a:ln>
            <a:noFill/>
          </a:ln>
        </p:spPr>
        <p:txBody>
          <a:bodyPr anchorCtr="0" anchor="t" bIns="25400" lIns="25400" spcFirstLastPara="1" rIns="25400" wrap="square" tIns="25400">
            <a:normAutofit/>
          </a:bodyPr>
          <a:lstStyle/>
          <a:p>
            <a:pPr indent="0" lvl="0" marL="0" marR="0" rtl="0" algn="l">
              <a:lnSpc>
                <a:spcPct val="90000"/>
              </a:lnSpc>
              <a:spcBef>
                <a:spcPts val="0"/>
              </a:spcBef>
              <a:spcAft>
                <a:spcPts val="0"/>
              </a:spcAft>
              <a:buClr>
                <a:srgbClr val="2D2D2D"/>
              </a:buClr>
              <a:buSzPts val="2550"/>
              <a:buFont typeface="Barlow Semi Condensed"/>
              <a:buNone/>
            </a:pPr>
            <a:r>
              <a:rPr b="1" i="0" lang="en-US" sz="2550" u="none" cap="none" strike="noStrike">
                <a:solidFill>
                  <a:srgbClr val="2D2D2D"/>
                </a:solidFill>
                <a:latin typeface="Barlow Semi Condensed"/>
                <a:ea typeface="Barlow Semi Condensed"/>
                <a:cs typeface="Barlow Semi Condensed"/>
                <a:sym typeface="Barlow Semi Condensed"/>
              </a:rPr>
              <a:t>End-to-End Services</a:t>
            </a:r>
            <a:endParaRPr b="0" i="0" sz="2550" u="none" cap="none" strike="noStrike">
              <a:solidFill>
                <a:schemeClr val="dk1"/>
              </a:solidFill>
              <a:latin typeface="Calibri"/>
              <a:ea typeface="Calibri"/>
              <a:cs typeface="Calibri"/>
              <a:sym typeface="Calibri"/>
            </a:endParaRPr>
          </a:p>
        </p:txBody>
      </p:sp>
      <p:sp>
        <p:nvSpPr>
          <p:cNvPr id="81" name="Google Shape;81;p3"/>
          <p:cNvSpPr/>
          <p:nvPr/>
        </p:nvSpPr>
        <p:spPr>
          <a:xfrm>
            <a:off x="5484495" y="4706064"/>
            <a:ext cx="3270904" cy="1466850"/>
          </a:xfrm>
          <a:prstGeom prst="rect">
            <a:avLst/>
          </a:prstGeom>
          <a:noFill/>
          <a:ln>
            <a:noFill/>
          </a:ln>
        </p:spPr>
        <p:txBody>
          <a:bodyPr anchorCtr="0" anchor="t" bIns="25400" lIns="25400" spcFirstLastPara="1" rIns="25400" wrap="square" tIns="25400">
            <a:normAutofit/>
          </a:bodyPr>
          <a:lstStyle/>
          <a:p>
            <a:pPr indent="0" lvl="0" marL="0" marR="0" rtl="0" algn="l">
              <a:lnSpc>
                <a:spcPct val="130000"/>
              </a:lnSpc>
              <a:spcBef>
                <a:spcPts val="0"/>
              </a:spcBef>
              <a:spcAft>
                <a:spcPts val="0"/>
              </a:spcAft>
              <a:buClr>
                <a:srgbClr val="6B6B6B"/>
              </a:buClr>
              <a:buSzPts val="1875"/>
              <a:buFont typeface="IBM Plex Sans"/>
              <a:buNone/>
            </a:pPr>
            <a:r>
              <a:rPr b="0" i="0" lang="en-US" sz="1734" u="none" cap="none" strike="noStrike">
                <a:solidFill>
                  <a:srgbClr val="6B6B6B"/>
                </a:solidFill>
                <a:latin typeface="IBM Plex Sans"/>
                <a:ea typeface="IBM Plex Sans"/>
                <a:cs typeface="IBM Plex Sans"/>
                <a:sym typeface="IBM Plex Sans"/>
              </a:rPr>
              <a:t>We offer consulting, hardware and software solutions for the complete satisfaction of our customers.</a:t>
            </a:r>
            <a:endParaRPr b="0" i="0" sz="1734" u="none" cap="none" strike="noStrike">
              <a:solidFill>
                <a:schemeClr val="dk1"/>
              </a:solidFill>
              <a:latin typeface="Calibri"/>
              <a:ea typeface="Calibri"/>
              <a:cs typeface="Calibri"/>
              <a:sym typeface="Calibri"/>
            </a:endParaRPr>
          </a:p>
        </p:txBody>
      </p:sp>
      <p:sp>
        <p:nvSpPr>
          <p:cNvPr id="82" name="Google Shape;82;p3"/>
          <p:cNvSpPr/>
          <p:nvPr/>
        </p:nvSpPr>
        <p:spPr>
          <a:xfrm>
            <a:off x="9277350" y="2549600"/>
            <a:ext cx="3876600" cy="4968600"/>
          </a:xfrm>
          <a:prstGeom prst="roundRect">
            <a:avLst>
              <a:gd fmla="val 2457" name="adj"/>
            </a:avLst>
          </a:prstGeom>
          <a:solidFill>
            <a:srgbClr val="FFFFFF"/>
          </a:solidFill>
          <a:ln>
            <a:noFill/>
          </a:ln>
          <a:effectLst>
            <a:outerShdw blurRad="76200" rotWithShape="0" algn="bl" dir="5400000" dist="19050">
              <a:srgbClr val="000000">
                <a:alpha val="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3"/>
          <p:cNvSpPr/>
          <p:nvPr/>
        </p:nvSpPr>
        <p:spPr>
          <a:xfrm>
            <a:off x="9277350" y="9669780"/>
            <a:ext cx="3876675" cy="9525"/>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3"/>
          <p:cNvSpPr/>
          <p:nvPr/>
        </p:nvSpPr>
        <p:spPr>
          <a:xfrm>
            <a:off x="9277350" y="2549605"/>
            <a:ext cx="3876675" cy="45720"/>
          </a:xfrm>
          <a:prstGeom prst="rect">
            <a:avLst/>
          </a:prstGeom>
          <a:solidFill>
            <a:srgbClr val="F265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3"/>
          <p:cNvSpPr/>
          <p:nvPr/>
        </p:nvSpPr>
        <p:spPr>
          <a:xfrm>
            <a:off x="9277350" y="2549605"/>
            <a:ext cx="9525" cy="7127796"/>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3"/>
          <p:cNvSpPr/>
          <p:nvPr/>
        </p:nvSpPr>
        <p:spPr>
          <a:xfrm>
            <a:off x="13146405" y="2549605"/>
            <a:ext cx="9525" cy="7127796"/>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7" name="Google Shape;87;p3"/>
          <p:cNvPicPr preferRelativeResize="0"/>
          <p:nvPr/>
        </p:nvPicPr>
        <p:blipFill rotWithShape="1">
          <a:blip r:embed="rId4">
            <a:alphaModFix/>
          </a:blip>
          <a:srcRect b="0" l="0" r="0" t="0"/>
          <a:stretch/>
        </p:blipFill>
        <p:spPr>
          <a:xfrm>
            <a:off x="10613020" y="2989337"/>
            <a:ext cx="931000" cy="931000"/>
          </a:xfrm>
          <a:prstGeom prst="rect">
            <a:avLst/>
          </a:prstGeom>
          <a:noFill/>
          <a:ln>
            <a:noFill/>
          </a:ln>
        </p:spPr>
      </p:pic>
      <p:sp>
        <p:nvSpPr>
          <p:cNvPr id="88" name="Google Shape;88;p3"/>
          <p:cNvSpPr/>
          <p:nvPr/>
        </p:nvSpPr>
        <p:spPr>
          <a:xfrm>
            <a:off x="9627870" y="4157424"/>
            <a:ext cx="3270904" cy="434340"/>
          </a:xfrm>
          <a:prstGeom prst="rect">
            <a:avLst/>
          </a:prstGeom>
          <a:noFill/>
          <a:ln>
            <a:noFill/>
          </a:ln>
        </p:spPr>
        <p:txBody>
          <a:bodyPr anchorCtr="0" anchor="t" bIns="25400" lIns="25400" spcFirstLastPara="1" rIns="25400" wrap="square" tIns="25400">
            <a:normAutofit/>
          </a:bodyPr>
          <a:lstStyle/>
          <a:p>
            <a:pPr indent="0" lvl="0" marL="0" marR="0" rtl="0" algn="l">
              <a:lnSpc>
                <a:spcPct val="90000"/>
              </a:lnSpc>
              <a:spcBef>
                <a:spcPts val="0"/>
              </a:spcBef>
              <a:spcAft>
                <a:spcPts val="0"/>
              </a:spcAft>
              <a:buClr>
                <a:srgbClr val="2D2D2D"/>
              </a:buClr>
              <a:buSzPts val="2550"/>
              <a:buFont typeface="Barlow Semi Condensed"/>
              <a:buNone/>
            </a:pPr>
            <a:r>
              <a:rPr b="1" i="0" lang="en-US" sz="2550" u="none" cap="none" strike="noStrike">
                <a:solidFill>
                  <a:srgbClr val="2D2D2D"/>
                </a:solidFill>
                <a:latin typeface="Barlow Semi Condensed"/>
                <a:ea typeface="Barlow Semi Condensed"/>
                <a:cs typeface="Barlow Semi Condensed"/>
                <a:sym typeface="Barlow Semi Condensed"/>
              </a:rPr>
              <a:t>Enterprise Level</a:t>
            </a:r>
            <a:endParaRPr b="0" i="0" sz="2550" u="none" cap="none" strike="noStrike">
              <a:solidFill>
                <a:schemeClr val="dk1"/>
              </a:solidFill>
              <a:latin typeface="Calibri"/>
              <a:ea typeface="Calibri"/>
              <a:cs typeface="Calibri"/>
              <a:sym typeface="Calibri"/>
            </a:endParaRPr>
          </a:p>
        </p:txBody>
      </p:sp>
      <p:sp>
        <p:nvSpPr>
          <p:cNvPr id="89" name="Google Shape;89;p3"/>
          <p:cNvSpPr/>
          <p:nvPr/>
        </p:nvSpPr>
        <p:spPr>
          <a:xfrm>
            <a:off x="9627870" y="4706064"/>
            <a:ext cx="3270904" cy="1466850"/>
          </a:xfrm>
          <a:prstGeom prst="rect">
            <a:avLst/>
          </a:prstGeom>
          <a:noFill/>
          <a:ln>
            <a:noFill/>
          </a:ln>
        </p:spPr>
        <p:txBody>
          <a:bodyPr anchorCtr="0" anchor="t" bIns="25400" lIns="25400" spcFirstLastPara="1" rIns="25400" wrap="square" tIns="25400">
            <a:normAutofit/>
          </a:bodyPr>
          <a:lstStyle/>
          <a:p>
            <a:pPr indent="0" lvl="0" marL="0" marR="0" rtl="0" algn="l">
              <a:lnSpc>
                <a:spcPct val="130000"/>
              </a:lnSpc>
              <a:spcBef>
                <a:spcPts val="0"/>
              </a:spcBef>
              <a:spcAft>
                <a:spcPts val="0"/>
              </a:spcAft>
              <a:buClr>
                <a:srgbClr val="6B6B6B"/>
              </a:buClr>
              <a:buSzPts val="1875"/>
              <a:buFont typeface="IBM Plex Sans"/>
              <a:buNone/>
            </a:pPr>
            <a:r>
              <a:rPr b="0" i="0" lang="en-US" sz="1734" u="none" cap="none" strike="noStrike">
                <a:solidFill>
                  <a:srgbClr val="6B6B6B"/>
                </a:solidFill>
                <a:latin typeface="IBM Plex Sans"/>
                <a:ea typeface="IBM Plex Sans"/>
                <a:cs typeface="IBM Plex Sans"/>
                <a:sym typeface="IBM Plex Sans"/>
              </a:rPr>
              <a:t>We provide solutions built for organisations from medium to large scale, across every industry.</a:t>
            </a:r>
            <a:endParaRPr b="0" i="0" sz="1734" u="none" cap="none" strike="noStrike">
              <a:solidFill>
                <a:schemeClr val="dk1"/>
              </a:solidFill>
              <a:latin typeface="Calibri"/>
              <a:ea typeface="Calibri"/>
              <a:cs typeface="Calibri"/>
              <a:sym typeface="Calibri"/>
            </a:endParaRPr>
          </a:p>
        </p:txBody>
      </p:sp>
      <p:sp>
        <p:nvSpPr>
          <p:cNvPr id="90" name="Google Shape;90;p3"/>
          <p:cNvSpPr/>
          <p:nvPr/>
        </p:nvSpPr>
        <p:spPr>
          <a:xfrm>
            <a:off x="13420800" y="2538347"/>
            <a:ext cx="3876600" cy="4968600"/>
          </a:xfrm>
          <a:prstGeom prst="roundRect">
            <a:avLst>
              <a:gd fmla="val 2457" name="adj"/>
            </a:avLst>
          </a:prstGeom>
          <a:solidFill>
            <a:srgbClr val="FFFFFF"/>
          </a:solidFill>
          <a:ln>
            <a:noFill/>
          </a:ln>
          <a:effectLst>
            <a:outerShdw blurRad="76200" rotWithShape="0" algn="bl" dir="5400000" dist="19050">
              <a:srgbClr val="000000">
                <a:alpha val="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3"/>
          <p:cNvSpPr/>
          <p:nvPr/>
        </p:nvSpPr>
        <p:spPr>
          <a:xfrm>
            <a:off x="13420725" y="9669780"/>
            <a:ext cx="3876675" cy="9525"/>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3"/>
          <p:cNvSpPr/>
          <p:nvPr/>
        </p:nvSpPr>
        <p:spPr>
          <a:xfrm>
            <a:off x="13420725" y="2549605"/>
            <a:ext cx="3876675" cy="45720"/>
          </a:xfrm>
          <a:prstGeom prst="rect">
            <a:avLst/>
          </a:prstGeom>
          <a:solidFill>
            <a:srgbClr val="F265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3"/>
          <p:cNvSpPr/>
          <p:nvPr/>
        </p:nvSpPr>
        <p:spPr>
          <a:xfrm>
            <a:off x="13420725" y="2549605"/>
            <a:ext cx="9525" cy="7127796"/>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3"/>
          <p:cNvSpPr/>
          <p:nvPr/>
        </p:nvSpPr>
        <p:spPr>
          <a:xfrm>
            <a:off x="17289780" y="2549605"/>
            <a:ext cx="9525" cy="7127796"/>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5" name="Google Shape;95;p3"/>
          <p:cNvPicPr preferRelativeResize="0"/>
          <p:nvPr/>
        </p:nvPicPr>
        <p:blipFill rotWithShape="1">
          <a:blip r:embed="rId5">
            <a:alphaModFix/>
          </a:blip>
          <a:srcRect b="0" l="0" r="0" t="0"/>
          <a:stretch/>
        </p:blipFill>
        <p:spPr>
          <a:xfrm>
            <a:off x="14894509" y="2989324"/>
            <a:ext cx="931000" cy="931000"/>
          </a:xfrm>
          <a:prstGeom prst="rect">
            <a:avLst/>
          </a:prstGeom>
          <a:noFill/>
          <a:ln>
            <a:noFill/>
          </a:ln>
        </p:spPr>
      </p:pic>
      <p:sp>
        <p:nvSpPr>
          <p:cNvPr id="96" name="Google Shape;96;p3"/>
          <p:cNvSpPr/>
          <p:nvPr/>
        </p:nvSpPr>
        <p:spPr>
          <a:xfrm>
            <a:off x="13771245" y="4157424"/>
            <a:ext cx="3270904" cy="434340"/>
          </a:xfrm>
          <a:prstGeom prst="rect">
            <a:avLst/>
          </a:prstGeom>
          <a:noFill/>
          <a:ln>
            <a:noFill/>
          </a:ln>
        </p:spPr>
        <p:txBody>
          <a:bodyPr anchorCtr="0" anchor="t" bIns="25400" lIns="25400" spcFirstLastPara="1" rIns="25400" wrap="square" tIns="25400">
            <a:normAutofit/>
          </a:bodyPr>
          <a:lstStyle/>
          <a:p>
            <a:pPr indent="0" lvl="0" marL="0" marR="0" rtl="0" algn="l">
              <a:lnSpc>
                <a:spcPct val="90000"/>
              </a:lnSpc>
              <a:spcBef>
                <a:spcPts val="0"/>
              </a:spcBef>
              <a:spcAft>
                <a:spcPts val="0"/>
              </a:spcAft>
              <a:buClr>
                <a:srgbClr val="2D2D2D"/>
              </a:buClr>
              <a:buSzPts val="2550"/>
              <a:buFont typeface="Barlow Semi Condensed"/>
              <a:buNone/>
            </a:pPr>
            <a:r>
              <a:rPr b="1" i="0" lang="en-US" sz="2550" u="none" cap="none" strike="noStrike">
                <a:solidFill>
                  <a:srgbClr val="2D2D2D"/>
                </a:solidFill>
                <a:latin typeface="Barlow Semi Condensed"/>
                <a:ea typeface="Barlow Semi Condensed"/>
                <a:cs typeface="Barlow Semi Condensed"/>
                <a:sym typeface="Barlow Semi Condensed"/>
              </a:rPr>
              <a:t>Let Our Experts Do It</a:t>
            </a:r>
            <a:endParaRPr b="0" i="0" sz="2550" u="none" cap="none" strike="noStrike">
              <a:solidFill>
                <a:schemeClr val="dk1"/>
              </a:solidFill>
              <a:latin typeface="Calibri"/>
              <a:ea typeface="Calibri"/>
              <a:cs typeface="Calibri"/>
              <a:sym typeface="Calibri"/>
            </a:endParaRPr>
          </a:p>
        </p:txBody>
      </p:sp>
      <p:sp>
        <p:nvSpPr>
          <p:cNvPr id="97" name="Google Shape;97;p3"/>
          <p:cNvSpPr/>
          <p:nvPr/>
        </p:nvSpPr>
        <p:spPr>
          <a:xfrm>
            <a:off x="13771245" y="4706064"/>
            <a:ext cx="3270904" cy="1466850"/>
          </a:xfrm>
          <a:prstGeom prst="rect">
            <a:avLst/>
          </a:prstGeom>
          <a:noFill/>
          <a:ln>
            <a:noFill/>
          </a:ln>
        </p:spPr>
        <p:txBody>
          <a:bodyPr anchorCtr="0" anchor="t" bIns="25400" lIns="25400" spcFirstLastPara="1" rIns="25400" wrap="square" tIns="25400">
            <a:normAutofit/>
          </a:bodyPr>
          <a:lstStyle/>
          <a:p>
            <a:pPr indent="0" lvl="0" marL="0" marR="0" rtl="0" algn="l">
              <a:lnSpc>
                <a:spcPct val="130000"/>
              </a:lnSpc>
              <a:spcBef>
                <a:spcPts val="0"/>
              </a:spcBef>
              <a:spcAft>
                <a:spcPts val="0"/>
              </a:spcAft>
              <a:buClr>
                <a:srgbClr val="6B6B6B"/>
              </a:buClr>
              <a:buSzPts val="1875"/>
              <a:buFont typeface="IBM Plex Sans"/>
              <a:buNone/>
            </a:pPr>
            <a:r>
              <a:rPr b="0" i="0" lang="en-US" sz="1734" u="none" cap="none" strike="noStrike">
                <a:solidFill>
                  <a:srgbClr val="6B6B6B"/>
                </a:solidFill>
                <a:latin typeface="IBM Plex Sans"/>
                <a:ea typeface="IBM Plex Sans"/>
                <a:cs typeface="IBM Plex Sans"/>
                <a:sym typeface="IBM Plex Sans"/>
              </a:rPr>
              <a:t>We uphold the trust given by our customers — our experienced experts carry out their duties to the fullest.</a:t>
            </a:r>
            <a:endParaRPr b="0" i="0" sz="1734" u="none" cap="none" strike="noStrike">
              <a:solidFill>
                <a:schemeClr val="dk1"/>
              </a:solidFill>
              <a:latin typeface="Calibri"/>
              <a:ea typeface="Calibri"/>
              <a:cs typeface="Calibri"/>
              <a:sym typeface="Calibri"/>
            </a:endParaRPr>
          </a:p>
        </p:txBody>
      </p:sp>
      <p:sp>
        <p:nvSpPr>
          <p:cNvPr id="98" name="Google Shape;98;p3"/>
          <p:cNvSpPr/>
          <p:nvPr/>
        </p:nvSpPr>
        <p:spPr>
          <a:xfrm>
            <a:off x="16273224" y="9627870"/>
            <a:ext cx="1100376" cy="33528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AAAAAA"/>
              </a:buClr>
              <a:buSzPts val="1800"/>
              <a:buFont typeface="IBM Plex Mono"/>
              <a:buNone/>
            </a:pPr>
            <a:r>
              <a:rPr b="0" i="0" lang="en-US" sz="1800" u="none" cap="none" strike="noStrike">
                <a:solidFill>
                  <a:srgbClr val="AAAAAA"/>
                </a:solidFill>
                <a:latin typeface="IBM Plex Mono"/>
                <a:ea typeface="IBM Plex Mono"/>
                <a:cs typeface="IBM Plex Mono"/>
                <a:sym typeface="IBM Plex Mono"/>
              </a:rPr>
              <a:t>03 / 19</a:t>
            </a:r>
            <a:endParaRPr b="0" i="0" sz="1800" u="none" cap="none" strike="noStrike">
              <a:solidFill>
                <a:schemeClr val="dk1"/>
              </a:solidFill>
              <a:latin typeface="Calibri"/>
              <a:ea typeface="Calibri"/>
              <a:cs typeface="Calibri"/>
              <a:sym typeface="Calibri"/>
            </a:endParaRPr>
          </a:p>
        </p:txBody>
      </p:sp>
      <p:pic>
        <p:nvPicPr>
          <p:cNvPr descr="preencoded.png" id="99" name="Google Shape;99;p3"/>
          <p:cNvPicPr preferRelativeResize="0"/>
          <p:nvPr/>
        </p:nvPicPr>
        <p:blipFill rotWithShape="1">
          <a:blip r:embed="rId6">
            <a:alphaModFix/>
          </a:blip>
          <a:srcRect b="36060" l="0" r="0" t="31392"/>
          <a:stretch/>
        </p:blipFill>
        <p:spPr>
          <a:xfrm>
            <a:off x="15369710" y="762000"/>
            <a:ext cx="2003891" cy="6522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104" name="Shape 104"/>
        <p:cNvGrpSpPr/>
        <p:nvPr/>
      </p:nvGrpSpPr>
      <p:grpSpPr>
        <a:xfrm>
          <a:off x="0" y="0"/>
          <a:ext cx="0" cy="0"/>
          <a:chOff x="0" y="0"/>
          <a:chExt cx="0" cy="0"/>
        </a:xfrm>
      </p:grpSpPr>
      <p:sp>
        <p:nvSpPr>
          <p:cNvPr id="105" name="Google Shape;105;g3e77143ad84_3_0"/>
          <p:cNvSpPr/>
          <p:nvPr/>
        </p:nvSpPr>
        <p:spPr>
          <a:xfrm>
            <a:off x="990600" y="1993344"/>
            <a:ext cx="16306800" cy="22800"/>
          </a:xfrm>
          <a:prstGeom prst="rect">
            <a:avLst/>
          </a:prstGeom>
          <a:solidFill>
            <a:srgbClr val="F265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g3e77143ad84_3_0"/>
          <p:cNvSpPr/>
          <p:nvPr/>
        </p:nvSpPr>
        <p:spPr>
          <a:xfrm>
            <a:off x="990600" y="762000"/>
            <a:ext cx="10249200" cy="312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26522"/>
              </a:buClr>
              <a:buSzPts val="1800"/>
              <a:buFont typeface="Barlow Semi Condensed"/>
              <a:buNone/>
            </a:pPr>
            <a:r>
              <a:rPr b="1" i="0" lang="en-US" sz="1800" u="none" cap="none" strike="noStrike">
                <a:solidFill>
                  <a:srgbClr val="F26522"/>
                </a:solidFill>
                <a:latin typeface="Barlow Semi Condensed"/>
                <a:ea typeface="Barlow Semi Condensed"/>
                <a:cs typeface="Barlow Semi Condensed"/>
                <a:sym typeface="Barlow Semi Condensed"/>
              </a:rPr>
              <a:t>150+ ENTERPRISE CLIENTS</a:t>
            </a:r>
            <a:endParaRPr b="0" i="0" sz="1800" u="none" cap="none" strike="noStrike">
              <a:solidFill>
                <a:schemeClr val="dk1"/>
              </a:solidFill>
              <a:latin typeface="Calibri"/>
              <a:ea typeface="Calibri"/>
              <a:cs typeface="Calibri"/>
              <a:sym typeface="Calibri"/>
            </a:endParaRPr>
          </a:p>
        </p:txBody>
      </p:sp>
      <p:sp>
        <p:nvSpPr>
          <p:cNvPr id="107" name="Google Shape;107;g3e77143ad84_3_0"/>
          <p:cNvSpPr/>
          <p:nvPr/>
        </p:nvSpPr>
        <p:spPr>
          <a:xfrm>
            <a:off x="990600" y="1169670"/>
            <a:ext cx="10249200" cy="652200"/>
          </a:xfrm>
          <a:prstGeom prst="rect">
            <a:avLst/>
          </a:prstGeom>
          <a:noFill/>
          <a:ln>
            <a:noFill/>
          </a:ln>
        </p:spPr>
        <p:txBody>
          <a:bodyPr anchorCtr="0" anchor="t" bIns="25400" lIns="25400" spcFirstLastPara="1" rIns="25400" wrap="square" tIns="25400">
            <a:noAutofit/>
          </a:bodyPr>
          <a:lstStyle/>
          <a:p>
            <a:pPr indent="0" lvl="0" marL="0" marR="0" rtl="0" algn="l">
              <a:lnSpc>
                <a:spcPct val="104000"/>
              </a:lnSpc>
              <a:spcBef>
                <a:spcPts val="0"/>
              </a:spcBef>
              <a:spcAft>
                <a:spcPts val="0"/>
              </a:spcAft>
              <a:buClr>
                <a:srgbClr val="2D2D2D"/>
              </a:buClr>
              <a:buSzPts val="4650"/>
              <a:buFont typeface="Barlow Semi Condensed"/>
              <a:buNone/>
            </a:pPr>
            <a:r>
              <a:rPr b="1" i="0" lang="en-US" sz="4200" u="none" cap="none" strike="noStrike">
                <a:solidFill>
                  <a:srgbClr val="2D2D2D"/>
                </a:solidFill>
                <a:latin typeface="Barlow Semi Condensed"/>
                <a:ea typeface="Barlow Semi Condensed"/>
                <a:cs typeface="Barlow Semi Condensed"/>
                <a:sym typeface="Barlow Semi Condensed"/>
              </a:rPr>
              <a:t>Trusted by Indonesia's Leading Enterprises</a:t>
            </a:r>
            <a:endParaRPr b="0" i="0" sz="4200" u="none" cap="none" strike="noStrike">
              <a:solidFill>
                <a:schemeClr val="dk1"/>
              </a:solidFill>
              <a:latin typeface="Calibri"/>
              <a:ea typeface="Calibri"/>
              <a:cs typeface="Calibri"/>
              <a:sym typeface="Calibri"/>
            </a:endParaRPr>
          </a:p>
        </p:txBody>
      </p:sp>
      <p:sp>
        <p:nvSpPr>
          <p:cNvPr id="108" name="Google Shape;108;g3e77143ad84_3_0"/>
          <p:cNvSpPr/>
          <p:nvPr/>
        </p:nvSpPr>
        <p:spPr>
          <a:xfrm>
            <a:off x="990538" y="2140917"/>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9" name="Google Shape;109;g3e77143ad84_3_0"/>
          <p:cNvPicPr preferRelativeResize="0"/>
          <p:nvPr/>
        </p:nvPicPr>
        <p:blipFill rotWithShape="1">
          <a:blip r:embed="rId3">
            <a:alphaModFix/>
          </a:blip>
          <a:srcRect b="0" l="0" r="0" t="0"/>
          <a:stretch/>
        </p:blipFill>
        <p:spPr>
          <a:xfrm>
            <a:off x="1169608" y="2449170"/>
            <a:ext cx="1563528" cy="495062"/>
          </a:xfrm>
          <a:prstGeom prst="rect">
            <a:avLst/>
          </a:prstGeom>
          <a:noFill/>
          <a:ln>
            <a:noFill/>
          </a:ln>
        </p:spPr>
      </p:pic>
      <p:sp>
        <p:nvSpPr>
          <p:cNvPr id="110" name="Google Shape;110;g3e77143ad84_3_0"/>
          <p:cNvSpPr/>
          <p:nvPr/>
        </p:nvSpPr>
        <p:spPr>
          <a:xfrm>
            <a:off x="3045557" y="2140917"/>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g3e77143ad84_3_0"/>
          <p:cNvSpPr/>
          <p:nvPr/>
        </p:nvSpPr>
        <p:spPr>
          <a:xfrm>
            <a:off x="5100575" y="2140917"/>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e77143ad84_3_0"/>
          <p:cNvSpPr/>
          <p:nvPr/>
        </p:nvSpPr>
        <p:spPr>
          <a:xfrm>
            <a:off x="7155594" y="2140917"/>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g3e77143ad84_3_0"/>
          <p:cNvSpPr/>
          <p:nvPr/>
        </p:nvSpPr>
        <p:spPr>
          <a:xfrm>
            <a:off x="9210613" y="2140917"/>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g3e77143ad84_3_0"/>
          <p:cNvSpPr/>
          <p:nvPr/>
        </p:nvSpPr>
        <p:spPr>
          <a:xfrm>
            <a:off x="11265632" y="2140917"/>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g3e77143ad84_3_0"/>
          <p:cNvSpPr/>
          <p:nvPr/>
        </p:nvSpPr>
        <p:spPr>
          <a:xfrm>
            <a:off x="13320651" y="2140917"/>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g3e77143ad84_3_0"/>
          <p:cNvSpPr/>
          <p:nvPr/>
        </p:nvSpPr>
        <p:spPr>
          <a:xfrm>
            <a:off x="15375669" y="2140917"/>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7" name="Google Shape;117;g3e77143ad84_3_0"/>
          <p:cNvPicPr preferRelativeResize="0"/>
          <p:nvPr/>
        </p:nvPicPr>
        <p:blipFill rotWithShape="1">
          <a:blip r:embed="rId4">
            <a:alphaModFix/>
          </a:blip>
          <a:srcRect b="0" l="0" r="0" t="0"/>
          <a:stretch/>
        </p:blipFill>
        <p:spPr>
          <a:xfrm>
            <a:off x="3224690" y="2361009"/>
            <a:ext cx="1563528" cy="680085"/>
          </a:xfrm>
          <a:prstGeom prst="rect">
            <a:avLst/>
          </a:prstGeom>
          <a:noFill/>
          <a:ln>
            <a:noFill/>
          </a:ln>
        </p:spPr>
      </p:pic>
      <p:sp>
        <p:nvSpPr>
          <p:cNvPr id="118" name="Google Shape;118;g3e77143ad84_3_0"/>
          <p:cNvSpPr/>
          <p:nvPr/>
        </p:nvSpPr>
        <p:spPr>
          <a:xfrm>
            <a:off x="990538" y="3385954"/>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9" name="Google Shape;119;g3e77143ad84_3_0"/>
          <p:cNvPicPr preferRelativeResize="0"/>
          <p:nvPr/>
        </p:nvPicPr>
        <p:blipFill rotWithShape="1">
          <a:blip r:embed="rId5">
            <a:alphaModFix/>
          </a:blip>
          <a:srcRect b="0" l="0" r="0" t="0"/>
          <a:stretch/>
        </p:blipFill>
        <p:spPr>
          <a:xfrm>
            <a:off x="1169607" y="3771717"/>
            <a:ext cx="1563530" cy="340162"/>
          </a:xfrm>
          <a:prstGeom prst="rect">
            <a:avLst/>
          </a:prstGeom>
          <a:noFill/>
          <a:ln>
            <a:noFill/>
          </a:ln>
        </p:spPr>
      </p:pic>
      <p:sp>
        <p:nvSpPr>
          <p:cNvPr id="120" name="Google Shape;120;g3e77143ad84_3_0"/>
          <p:cNvSpPr/>
          <p:nvPr/>
        </p:nvSpPr>
        <p:spPr>
          <a:xfrm>
            <a:off x="3045557" y="3385954"/>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1" name="Google Shape;121;g3e77143ad84_3_0"/>
          <p:cNvPicPr preferRelativeResize="0"/>
          <p:nvPr/>
        </p:nvPicPr>
        <p:blipFill rotWithShape="1">
          <a:blip r:embed="rId6">
            <a:alphaModFix/>
          </a:blip>
          <a:srcRect b="0" l="0" r="0" t="0"/>
          <a:stretch/>
        </p:blipFill>
        <p:spPr>
          <a:xfrm>
            <a:off x="3224627" y="3691707"/>
            <a:ext cx="1563529" cy="500301"/>
          </a:xfrm>
          <a:prstGeom prst="rect">
            <a:avLst/>
          </a:prstGeom>
          <a:noFill/>
          <a:ln>
            <a:noFill/>
          </a:ln>
        </p:spPr>
      </p:pic>
      <p:sp>
        <p:nvSpPr>
          <p:cNvPr id="122" name="Google Shape;122;g3e77143ad84_3_0"/>
          <p:cNvSpPr/>
          <p:nvPr/>
        </p:nvSpPr>
        <p:spPr>
          <a:xfrm>
            <a:off x="5100575" y="3385954"/>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3" name="Google Shape;123;g3e77143ad84_3_0"/>
          <p:cNvPicPr preferRelativeResize="0"/>
          <p:nvPr/>
        </p:nvPicPr>
        <p:blipFill rotWithShape="1">
          <a:blip r:embed="rId7">
            <a:alphaModFix/>
          </a:blip>
          <a:srcRect b="0" l="33532" r="34667" t="0"/>
          <a:stretch/>
        </p:blipFill>
        <p:spPr>
          <a:xfrm>
            <a:off x="5579689" y="3496588"/>
            <a:ext cx="847950" cy="890538"/>
          </a:xfrm>
          <a:prstGeom prst="rect">
            <a:avLst/>
          </a:prstGeom>
          <a:noFill/>
          <a:ln>
            <a:noFill/>
          </a:ln>
        </p:spPr>
      </p:pic>
      <p:sp>
        <p:nvSpPr>
          <p:cNvPr id="124" name="Google Shape;124;g3e77143ad84_3_0"/>
          <p:cNvSpPr/>
          <p:nvPr/>
        </p:nvSpPr>
        <p:spPr>
          <a:xfrm>
            <a:off x="7155594" y="3385954"/>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5" name="Google Shape;125;g3e77143ad84_3_0"/>
          <p:cNvPicPr preferRelativeResize="0"/>
          <p:nvPr/>
        </p:nvPicPr>
        <p:blipFill rotWithShape="1">
          <a:blip r:embed="rId8">
            <a:alphaModFix/>
          </a:blip>
          <a:srcRect b="35196" l="0" r="0" t="34308"/>
          <a:stretch/>
        </p:blipFill>
        <p:spPr>
          <a:xfrm>
            <a:off x="7175371" y="3654864"/>
            <a:ext cx="1882114" cy="573999"/>
          </a:xfrm>
          <a:prstGeom prst="rect">
            <a:avLst/>
          </a:prstGeom>
          <a:noFill/>
          <a:ln>
            <a:noFill/>
          </a:ln>
        </p:spPr>
      </p:pic>
      <p:sp>
        <p:nvSpPr>
          <p:cNvPr id="126" name="Google Shape;126;g3e77143ad84_3_0"/>
          <p:cNvSpPr/>
          <p:nvPr/>
        </p:nvSpPr>
        <p:spPr>
          <a:xfrm>
            <a:off x="9210613" y="3385954"/>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7" name="Google Shape;127;g3e77143ad84_3_0"/>
          <p:cNvPicPr preferRelativeResize="0"/>
          <p:nvPr/>
        </p:nvPicPr>
        <p:blipFill rotWithShape="1">
          <a:blip r:embed="rId9">
            <a:alphaModFix/>
          </a:blip>
          <a:srcRect b="0" l="0" r="0" t="0"/>
          <a:stretch/>
        </p:blipFill>
        <p:spPr>
          <a:xfrm>
            <a:off x="11655630" y="3565136"/>
            <a:ext cx="1141809" cy="753547"/>
          </a:xfrm>
          <a:prstGeom prst="rect">
            <a:avLst/>
          </a:prstGeom>
          <a:noFill/>
          <a:ln>
            <a:noFill/>
          </a:ln>
        </p:spPr>
      </p:pic>
      <p:sp>
        <p:nvSpPr>
          <p:cNvPr id="128" name="Google Shape;128;g3e77143ad84_3_0"/>
          <p:cNvSpPr/>
          <p:nvPr/>
        </p:nvSpPr>
        <p:spPr>
          <a:xfrm>
            <a:off x="11265632" y="3385954"/>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g3e77143ad84_3_0"/>
          <p:cNvSpPr/>
          <p:nvPr/>
        </p:nvSpPr>
        <p:spPr>
          <a:xfrm>
            <a:off x="13320651" y="3385954"/>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g3e77143ad84_3_0"/>
          <p:cNvSpPr/>
          <p:nvPr/>
        </p:nvSpPr>
        <p:spPr>
          <a:xfrm>
            <a:off x="15375669" y="3385954"/>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g3e77143ad84_3_0"/>
          <p:cNvSpPr/>
          <p:nvPr/>
        </p:nvSpPr>
        <p:spPr>
          <a:xfrm>
            <a:off x="990538" y="4631110"/>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g3e77143ad84_3_0"/>
          <p:cNvSpPr/>
          <p:nvPr/>
        </p:nvSpPr>
        <p:spPr>
          <a:xfrm>
            <a:off x="3045557" y="4631110"/>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3e77143ad84_3_0"/>
          <p:cNvSpPr/>
          <p:nvPr/>
        </p:nvSpPr>
        <p:spPr>
          <a:xfrm>
            <a:off x="5100575" y="4631110"/>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g3e77143ad84_3_0"/>
          <p:cNvSpPr/>
          <p:nvPr/>
        </p:nvSpPr>
        <p:spPr>
          <a:xfrm>
            <a:off x="7155594" y="4631110"/>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g3e77143ad84_3_0"/>
          <p:cNvSpPr/>
          <p:nvPr/>
        </p:nvSpPr>
        <p:spPr>
          <a:xfrm>
            <a:off x="9210613" y="4631110"/>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3e77143ad84_3_0"/>
          <p:cNvSpPr/>
          <p:nvPr/>
        </p:nvSpPr>
        <p:spPr>
          <a:xfrm>
            <a:off x="11265632" y="4631110"/>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g3e77143ad84_3_0"/>
          <p:cNvSpPr/>
          <p:nvPr/>
        </p:nvSpPr>
        <p:spPr>
          <a:xfrm>
            <a:off x="13320651" y="4631110"/>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8" name="Google Shape;138;g3e77143ad84_3_0"/>
          <p:cNvPicPr preferRelativeResize="0"/>
          <p:nvPr/>
        </p:nvPicPr>
        <p:blipFill rotWithShape="1">
          <a:blip r:embed="rId10">
            <a:alphaModFix/>
          </a:blip>
          <a:srcRect b="0" l="0" r="0" t="0"/>
          <a:stretch/>
        </p:blipFill>
        <p:spPr>
          <a:xfrm>
            <a:off x="11762363" y="2250074"/>
            <a:ext cx="847949" cy="901962"/>
          </a:xfrm>
          <a:prstGeom prst="rect">
            <a:avLst/>
          </a:prstGeom>
          <a:noFill/>
          <a:ln>
            <a:noFill/>
          </a:ln>
        </p:spPr>
      </p:pic>
      <p:sp>
        <p:nvSpPr>
          <p:cNvPr id="139" name="Google Shape;139;g3e77143ad84_3_0"/>
          <p:cNvSpPr/>
          <p:nvPr/>
        </p:nvSpPr>
        <p:spPr>
          <a:xfrm>
            <a:off x="15375669" y="4631110"/>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0" name="Google Shape;140;g3e77143ad84_3_0"/>
          <p:cNvPicPr preferRelativeResize="0"/>
          <p:nvPr/>
        </p:nvPicPr>
        <p:blipFill rotWithShape="1">
          <a:blip r:embed="rId11">
            <a:alphaModFix/>
          </a:blip>
          <a:srcRect b="0" l="0" r="0" t="0"/>
          <a:stretch/>
        </p:blipFill>
        <p:spPr>
          <a:xfrm>
            <a:off x="13401037" y="2464639"/>
            <a:ext cx="1761050" cy="472836"/>
          </a:xfrm>
          <a:prstGeom prst="rect">
            <a:avLst/>
          </a:prstGeom>
          <a:noFill/>
          <a:ln>
            <a:noFill/>
          </a:ln>
        </p:spPr>
      </p:pic>
      <p:sp>
        <p:nvSpPr>
          <p:cNvPr id="141" name="Google Shape;141;g3e77143ad84_3_0"/>
          <p:cNvSpPr/>
          <p:nvPr/>
        </p:nvSpPr>
        <p:spPr>
          <a:xfrm>
            <a:off x="990538" y="5876265"/>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g3e77143ad84_3_0"/>
          <p:cNvSpPr/>
          <p:nvPr/>
        </p:nvSpPr>
        <p:spPr>
          <a:xfrm>
            <a:off x="3045557" y="5876265"/>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g3e77143ad84_3_0"/>
          <p:cNvSpPr/>
          <p:nvPr/>
        </p:nvSpPr>
        <p:spPr>
          <a:xfrm>
            <a:off x="5100575" y="5876265"/>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4" name="Google Shape;144;g3e77143ad84_3_0"/>
          <p:cNvPicPr preferRelativeResize="0"/>
          <p:nvPr/>
        </p:nvPicPr>
        <p:blipFill rotWithShape="1">
          <a:blip r:embed="rId12">
            <a:alphaModFix/>
          </a:blip>
          <a:srcRect b="0" l="0" r="0" t="0"/>
          <a:stretch/>
        </p:blipFill>
        <p:spPr>
          <a:xfrm>
            <a:off x="15455975" y="4982724"/>
            <a:ext cx="1761024" cy="408584"/>
          </a:xfrm>
          <a:prstGeom prst="rect">
            <a:avLst/>
          </a:prstGeom>
          <a:noFill/>
          <a:ln>
            <a:noFill/>
          </a:ln>
        </p:spPr>
      </p:pic>
      <p:sp>
        <p:nvSpPr>
          <p:cNvPr id="145" name="Google Shape;145;g3e77143ad84_3_0"/>
          <p:cNvSpPr/>
          <p:nvPr/>
        </p:nvSpPr>
        <p:spPr>
          <a:xfrm>
            <a:off x="7155594" y="5876265"/>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g3e77143ad84_3_0"/>
          <p:cNvSpPr/>
          <p:nvPr/>
        </p:nvSpPr>
        <p:spPr>
          <a:xfrm>
            <a:off x="9210613" y="5876265"/>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g3e77143ad84_3_0"/>
          <p:cNvSpPr/>
          <p:nvPr/>
        </p:nvSpPr>
        <p:spPr>
          <a:xfrm>
            <a:off x="11265632" y="5876265"/>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g3e77143ad84_3_0"/>
          <p:cNvSpPr/>
          <p:nvPr/>
        </p:nvSpPr>
        <p:spPr>
          <a:xfrm>
            <a:off x="13320651" y="5876265"/>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g3e77143ad84_3_0"/>
          <p:cNvSpPr/>
          <p:nvPr/>
        </p:nvSpPr>
        <p:spPr>
          <a:xfrm>
            <a:off x="15375669" y="5876265"/>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g3e77143ad84_3_0"/>
          <p:cNvSpPr/>
          <p:nvPr/>
        </p:nvSpPr>
        <p:spPr>
          <a:xfrm>
            <a:off x="990538" y="7121302"/>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1" name="Google Shape;151;g3e77143ad84_3_0"/>
          <p:cNvPicPr preferRelativeResize="0"/>
          <p:nvPr/>
        </p:nvPicPr>
        <p:blipFill rotWithShape="1">
          <a:blip r:embed="rId13">
            <a:alphaModFix/>
          </a:blip>
          <a:srcRect b="0" l="0" r="0" t="0"/>
          <a:stretch/>
        </p:blipFill>
        <p:spPr>
          <a:xfrm>
            <a:off x="7334745" y="4857440"/>
            <a:ext cx="1563529" cy="659129"/>
          </a:xfrm>
          <a:prstGeom prst="rect">
            <a:avLst/>
          </a:prstGeom>
          <a:noFill/>
          <a:ln>
            <a:noFill/>
          </a:ln>
        </p:spPr>
      </p:pic>
      <p:sp>
        <p:nvSpPr>
          <p:cNvPr id="152" name="Google Shape;152;g3e77143ad84_3_0"/>
          <p:cNvSpPr/>
          <p:nvPr/>
        </p:nvSpPr>
        <p:spPr>
          <a:xfrm>
            <a:off x="3045557" y="7121302"/>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g3e77143ad84_3_0"/>
          <p:cNvSpPr/>
          <p:nvPr/>
        </p:nvSpPr>
        <p:spPr>
          <a:xfrm>
            <a:off x="5100575" y="7121302"/>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4" name="Google Shape;154;g3e77143ad84_3_0"/>
          <p:cNvPicPr preferRelativeResize="0"/>
          <p:nvPr/>
        </p:nvPicPr>
        <p:blipFill rotWithShape="1">
          <a:blip r:embed="rId14">
            <a:alphaModFix/>
          </a:blip>
          <a:srcRect b="0" l="0" r="0" t="0"/>
          <a:stretch/>
        </p:blipFill>
        <p:spPr>
          <a:xfrm>
            <a:off x="13731350" y="4698062"/>
            <a:ext cx="1100401" cy="977913"/>
          </a:xfrm>
          <a:prstGeom prst="rect">
            <a:avLst/>
          </a:prstGeom>
          <a:noFill/>
          <a:ln>
            <a:noFill/>
          </a:ln>
        </p:spPr>
      </p:pic>
      <p:sp>
        <p:nvSpPr>
          <p:cNvPr id="155" name="Google Shape;155;g3e77143ad84_3_0"/>
          <p:cNvSpPr/>
          <p:nvPr/>
        </p:nvSpPr>
        <p:spPr>
          <a:xfrm>
            <a:off x="7155594" y="7121302"/>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g3e77143ad84_3_0"/>
          <p:cNvSpPr/>
          <p:nvPr/>
        </p:nvSpPr>
        <p:spPr>
          <a:xfrm>
            <a:off x="9210613" y="7121302"/>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g3e77143ad84_3_0"/>
          <p:cNvSpPr/>
          <p:nvPr/>
        </p:nvSpPr>
        <p:spPr>
          <a:xfrm>
            <a:off x="11265632" y="7121302"/>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g3e77143ad84_3_0"/>
          <p:cNvSpPr/>
          <p:nvPr/>
        </p:nvSpPr>
        <p:spPr>
          <a:xfrm>
            <a:off x="13320651" y="7121302"/>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g3e77143ad84_3_0"/>
          <p:cNvSpPr/>
          <p:nvPr/>
        </p:nvSpPr>
        <p:spPr>
          <a:xfrm>
            <a:off x="15375669" y="7121302"/>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g3e77143ad84_3_0"/>
          <p:cNvSpPr/>
          <p:nvPr/>
        </p:nvSpPr>
        <p:spPr>
          <a:xfrm>
            <a:off x="990538" y="8366458"/>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1" name="Google Shape;161;g3e77143ad84_3_0"/>
          <p:cNvPicPr preferRelativeResize="0"/>
          <p:nvPr/>
        </p:nvPicPr>
        <p:blipFill rotWithShape="1">
          <a:blip r:embed="rId15">
            <a:alphaModFix/>
          </a:blip>
          <a:srcRect b="0" l="0" r="0" t="0"/>
          <a:stretch/>
        </p:blipFill>
        <p:spPr>
          <a:xfrm>
            <a:off x="13499795" y="7390263"/>
            <a:ext cx="1563529" cy="574000"/>
          </a:xfrm>
          <a:prstGeom prst="rect">
            <a:avLst/>
          </a:prstGeom>
          <a:noFill/>
          <a:ln>
            <a:noFill/>
          </a:ln>
        </p:spPr>
      </p:pic>
      <p:sp>
        <p:nvSpPr>
          <p:cNvPr id="162" name="Google Shape;162;g3e77143ad84_3_0"/>
          <p:cNvSpPr/>
          <p:nvPr/>
        </p:nvSpPr>
        <p:spPr>
          <a:xfrm>
            <a:off x="3045557" y="8366458"/>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g3e77143ad84_3_0"/>
          <p:cNvSpPr/>
          <p:nvPr/>
        </p:nvSpPr>
        <p:spPr>
          <a:xfrm>
            <a:off x="5100575" y="8366458"/>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g3e77143ad84_3_0"/>
          <p:cNvSpPr/>
          <p:nvPr/>
        </p:nvSpPr>
        <p:spPr>
          <a:xfrm>
            <a:off x="7155594" y="8366458"/>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g3e77143ad84_3_0"/>
          <p:cNvSpPr/>
          <p:nvPr/>
        </p:nvSpPr>
        <p:spPr>
          <a:xfrm>
            <a:off x="9210613" y="8366458"/>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g3e77143ad84_3_0"/>
          <p:cNvSpPr/>
          <p:nvPr/>
        </p:nvSpPr>
        <p:spPr>
          <a:xfrm>
            <a:off x="11265632" y="8366458"/>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g3e77143ad84_3_0"/>
          <p:cNvSpPr/>
          <p:nvPr/>
        </p:nvSpPr>
        <p:spPr>
          <a:xfrm>
            <a:off x="13320651" y="8366458"/>
            <a:ext cx="1921800" cy="1111800"/>
          </a:xfrm>
          <a:prstGeom prst="roundRect">
            <a:avLst>
              <a:gd fmla="val 6854" name="adj"/>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8" name="Google Shape;168;g3e77143ad84_3_0"/>
          <p:cNvPicPr preferRelativeResize="0"/>
          <p:nvPr/>
        </p:nvPicPr>
        <p:blipFill rotWithShape="1">
          <a:blip r:embed="rId16">
            <a:alphaModFix/>
          </a:blip>
          <a:srcRect b="34622" l="10726" r="10403" t="35585"/>
          <a:stretch/>
        </p:blipFill>
        <p:spPr>
          <a:xfrm>
            <a:off x="15490487" y="2480962"/>
            <a:ext cx="1747220" cy="440175"/>
          </a:xfrm>
          <a:prstGeom prst="rect">
            <a:avLst/>
          </a:prstGeom>
          <a:noFill/>
          <a:ln>
            <a:noFill/>
          </a:ln>
        </p:spPr>
      </p:pic>
      <p:sp>
        <p:nvSpPr>
          <p:cNvPr id="169" name="Google Shape;169;g3e77143ad84_3_0"/>
          <p:cNvSpPr/>
          <p:nvPr/>
        </p:nvSpPr>
        <p:spPr>
          <a:xfrm>
            <a:off x="15375669" y="8366458"/>
            <a:ext cx="1921800" cy="1111800"/>
          </a:xfrm>
          <a:prstGeom prst="roundRect">
            <a:avLst>
              <a:gd fmla="val 6854" name="adj"/>
            </a:avLst>
          </a:prstGeom>
          <a:solidFill>
            <a:srgbClr val="F26522"/>
          </a:solidFill>
          <a:ln cap="flat" cmpd="sng" w="9525">
            <a:solidFill>
              <a:srgbClr val="F2652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g3e77143ad84_3_0"/>
          <p:cNvSpPr/>
          <p:nvPr/>
        </p:nvSpPr>
        <p:spPr>
          <a:xfrm>
            <a:off x="15937644" y="8622323"/>
            <a:ext cx="797700" cy="638100"/>
          </a:xfrm>
          <a:prstGeom prst="rect">
            <a:avLst/>
          </a:prstGeom>
          <a:noFill/>
          <a:ln>
            <a:noFill/>
          </a:ln>
        </p:spPr>
        <p:txBody>
          <a:bodyPr anchorCtr="0" anchor="t" bIns="25400" lIns="25400" spcFirstLastPara="1" rIns="25400" wrap="square" tIns="25400">
            <a:noAutofit/>
          </a:bodyPr>
          <a:lstStyle/>
          <a:p>
            <a:pPr indent="0" lvl="0" marL="0" marR="0" rtl="0" algn="ctr">
              <a:lnSpc>
                <a:spcPct val="105000"/>
              </a:lnSpc>
              <a:spcBef>
                <a:spcPts val="0"/>
              </a:spcBef>
              <a:spcAft>
                <a:spcPts val="0"/>
              </a:spcAft>
              <a:buClr>
                <a:srgbClr val="FFFFFF"/>
              </a:buClr>
              <a:buSzPts val="2250"/>
              <a:buFont typeface="Barlow Semi Condensed"/>
              <a:buNone/>
            </a:pPr>
            <a:r>
              <a:rPr b="1" i="0" lang="en-US" sz="2250" u="none" cap="none" strike="noStrike">
                <a:solidFill>
                  <a:srgbClr val="FFFFFF"/>
                </a:solidFill>
                <a:latin typeface="Barlow Semi Condensed"/>
                <a:ea typeface="Barlow Semi Condensed"/>
                <a:cs typeface="Barlow Semi Condensed"/>
                <a:sym typeface="Barlow Semi Condensed"/>
              </a:rPr>
              <a:t>150+ </a:t>
            </a:r>
            <a:r>
              <a:rPr b="1" i="0" lang="en-US" sz="1800" u="none" cap="none" strike="noStrike">
                <a:solidFill>
                  <a:srgbClr val="FFFFFF"/>
                </a:solidFill>
                <a:latin typeface="Barlow Semi Condensed"/>
                <a:ea typeface="Barlow Semi Condensed"/>
                <a:cs typeface="Barlow Semi Condensed"/>
                <a:sym typeface="Barlow Semi Condensed"/>
              </a:rPr>
              <a:t>Clients</a:t>
            </a:r>
            <a:endParaRPr b="0" i="0" sz="2250" u="none" cap="none" strike="noStrike">
              <a:solidFill>
                <a:schemeClr val="dk1"/>
              </a:solidFill>
              <a:latin typeface="Calibri"/>
              <a:ea typeface="Calibri"/>
              <a:cs typeface="Calibri"/>
              <a:sym typeface="Calibri"/>
            </a:endParaRPr>
          </a:p>
        </p:txBody>
      </p:sp>
      <p:pic>
        <p:nvPicPr>
          <p:cNvPr descr="preencoded.png" id="171" name="Google Shape;171;g3e77143ad84_3_0"/>
          <p:cNvPicPr preferRelativeResize="0"/>
          <p:nvPr/>
        </p:nvPicPr>
        <p:blipFill rotWithShape="1">
          <a:blip r:embed="rId17">
            <a:alphaModFix/>
          </a:blip>
          <a:srcRect b="36060" l="0" r="0" t="31392"/>
          <a:stretch/>
        </p:blipFill>
        <p:spPr>
          <a:xfrm>
            <a:off x="15369710" y="762000"/>
            <a:ext cx="2003891" cy="652225"/>
          </a:xfrm>
          <a:prstGeom prst="rect">
            <a:avLst/>
          </a:prstGeom>
          <a:noFill/>
          <a:ln>
            <a:noFill/>
          </a:ln>
        </p:spPr>
      </p:pic>
      <p:pic>
        <p:nvPicPr>
          <p:cNvPr descr="preencoded.png" id="172" name="Google Shape;172;g3e77143ad84_3_0"/>
          <p:cNvPicPr preferRelativeResize="0"/>
          <p:nvPr/>
        </p:nvPicPr>
        <p:blipFill rotWithShape="1">
          <a:blip r:embed="rId18">
            <a:alphaModFix/>
          </a:blip>
          <a:srcRect b="27621" l="0" r="0" t="29342"/>
          <a:stretch/>
        </p:blipFill>
        <p:spPr>
          <a:xfrm>
            <a:off x="5205313" y="2332599"/>
            <a:ext cx="1712304" cy="736924"/>
          </a:xfrm>
          <a:prstGeom prst="rect">
            <a:avLst/>
          </a:prstGeom>
          <a:noFill/>
          <a:ln>
            <a:noFill/>
          </a:ln>
        </p:spPr>
      </p:pic>
      <p:sp>
        <p:nvSpPr>
          <p:cNvPr id="173" name="Google Shape;173;g3e77143ad84_3_0"/>
          <p:cNvSpPr/>
          <p:nvPr/>
        </p:nvSpPr>
        <p:spPr>
          <a:xfrm>
            <a:off x="16273224" y="9627870"/>
            <a:ext cx="1100400" cy="335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AAAAAA"/>
              </a:buClr>
              <a:buSzPts val="1800"/>
              <a:buFont typeface="IBM Plex Mono"/>
              <a:buNone/>
            </a:pPr>
            <a:r>
              <a:rPr b="0" i="0" lang="en-US" sz="1800" u="none" cap="none" strike="noStrike">
                <a:solidFill>
                  <a:srgbClr val="AAAAAA"/>
                </a:solidFill>
                <a:latin typeface="IBM Plex Mono"/>
                <a:ea typeface="IBM Plex Mono"/>
                <a:cs typeface="IBM Plex Mono"/>
                <a:sym typeface="IBM Plex Mono"/>
              </a:rPr>
              <a:t>04 / 19</a:t>
            </a:r>
            <a:endParaRPr b="0" i="0" sz="1800" u="none" cap="none" strike="noStrike">
              <a:solidFill>
                <a:schemeClr val="dk1"/>
              </a:solidFill>
              <a:latin typeface="Calibri"/>
              <a:ea typeface="Calibri"/>
              <a:cs typeface="Calibri"/>
              <a:sym typeface="Calibri"/>
            </a:endParaRPr>
          </a:p>
        </p:txBody>
      </p:sp>
      <p:pic>
        <p:nvPicPr>
          <p:cNvPr descr="Arti Logo Direktorat Jenderal Perbendaharaan" id="174" name="Google Shape;174;g3e77143ad84_3_0"/>
          <p:cNvPicPr preferRelativeResize="0"/>
          <p:nvPr/>
        </p:nvPicPr>
        <p:blipFill rotWithShape="1">
          <a:blip r:embed="rId19">
            <a:alphaModFix/>
          </a:blip>
          <a:srcRect b="0" l="0" r="0" t="0"/>
          <a:stretch/>
        </p:blipFill>
        <p:spPr>
          <a:xfrm>
            <a:off x="7198550" y="2529407"/>
            <a:ext cx="1835901" cy="343286"/>
          </a:xfrm>
          <a:prstGeom prst="rect">
            <a:avLst/>
          </a:prstGeom>
          <a:noFill/>
          <a:ln>
            <a:noFill/>
          </a:ln>
        </p:spPr>
      </p:pic>
      <p:pic>
        <p:nvPicPr>
          <p:cNvPr id="175" name="Google Shape;175;g3e77143ad84_3_0"/>
          <p:cNvPicPr preferRelativeResize="0"/>
          <p:nvPr/>
        </p:nvPicPr>
        <p:blipFill rotWithShape="1">
          <a:blip r:embed="rId20">
            <a:alphaModFix/>
          </a:blip>
          <a:srcRect b="0" l="0" r="0" t="0"/>
          <a:stretch/>
        </p:blipFill>
        <p:spPr>
          <a:xfrm>
            <a:off x="9697224" y="2233391"/>
            <a:ext cx="948575" cy="935321"/>
          </a:xfrm>
          <a:prstGeom prst="rect">
            <a:avLst/>
          </a:prstGeom>
          <a:noFill/>
          <a:ln>
            <a:noFill/>
          </a:ln>
        </p:spPr>
      </p:pic>
      <p:pic>
        <p:nvPicPr>
          <p:cNvPr descr="Eni - Wikipedia bahasa Indonesia, ensiklopedia bebas" id="176" name="Google Shape;176;g3e77143ad84_3_0"/>
          <p:cNvPicPr preferRelativeResize="0"/>
          <p:nvPr/>
        </p:nvPicPr>
        <p:blipFill rotWithShape="1">
          <a:blip r:embed="rId21">
            <a:alphaModFix/>
          </a:blip>
          <a:srcRect b="0" l="0" r="0" t="0"/>
          <a:stretch/>
        </p:blipFill>
        <p:spPr>
          <a:xfrm>
            <a:off x="9370200" y="3653425"/>
            <a:ext cx="1554200" cy="559517"/>
          </a:xfrm>
          <a:prstGeom prst="rect">
            <a:avLst/>
          </a:prstGeom>
          <a:noFill/>
          <a:ln>
            <a:noFill/>
          </a:ln>
        </p:spPr>
      </p:pic>
      <p:pic>
        <p:nvPicPr>
          <p:cNvPr id="177" name="Google Shape;177;g3e77143ad84_3_0"/>
          <p:cNvPicPr preferRelativeResize="0"/>
          <p:nvPr/>
        </p:nvPicPr>
        <p:blipFill rotWithShape="1">
          <a:blip r:embed="rId22">
            <a:alphaModFix/>
          </a:blip>
          <a:srcRect b="0" l="0" r="0" t="0"/>
          <a:stretch/>
        </p:blipFill>
        <p:spPr>
          <a:xfrm>
            <a:off x="11526549" y="3593943"/>
            <a:ext cx="1399975" cy="695940"/>
          </a:xfrm>
          <a:prstGeom prst="rect">
            <a:avLst/>
          </a:prstGeom>
          <a:noFill/>
          <a:ln>
            <a:noFill/>
          </a:ln>
        </p:spPr>
      </p:pic>
      <p:pic>
        <p:nvPicPr>
          <p:cNvPr descr="preencoded.png" id="178" name="Google Shape;178;g3e77143ad84_3_0"/>
          <p:cNvPicPr preferRelativeResize="0"/>
          <p:nvPr/>
        </p:nvPicPr>
        <p:blipFill rotWithShape="1">
          <a:blip r:embed="rId9">
            <a:alphaModFix/>
          </a:blip>
          <a:srcRect b="0" l="0" r="0" t="0"/>
          <a:stretch/>
        </p:blipFill>
        <p:spPr>
          <a:xfrm>
            <a:off x="13710642" y="3631011"/>
            <a:ext cx="1141809" cy="753547"/>
          </a:xfrm>
          <a:prstGeom prst="rect">
            <a:avLst/>
          </a:prstGeom>
          <a:noFill/>
          <a:ln>
            <a:noFill/>
          </a:ln>
        </p:spPr>
      </p:pic>
      <p:pic>
        <p:nvPicPr>
          <p:cNvPr descr="preencoded.png" id="179" name="Google Shape;179;g3e77143ad84_3_0"/>
          <p:cNvPicPr preferRelativeResize="0"/>
          <p:nvPr/>
        </p:nvPicPr>
        <p:blipFill rotWithShape="1">
          <a:blip r:embed="rId23">
            <a:alphaModFix/>
          </a:blip>
          <a:srcRect b="0" l="0" r="0" t="0"/>
          <a:stretch/>
        </p:blipFill>
        <p:spPr>
          <a:xfrm>
            <a:off x="15554896" y="3715683"/>
            <a:ext cx="1563529" cy="533162"/>
          </a:xfrm>
          <a:prstGeom prst="rect">
            <a:avLst/>
          </a:prstGeom>
          <a:noFill/>
          <a:ln>
            <a:noFill/>
          </a:ln>
        </p:spPr>
      </p:pic>
      <p:pic>
        <p:nvPicPr>
          <p:cNvPr descr="preencoded.png" id="180" name="Google Shape;180;g3e77143ad84_3_0"/>
          <p:cNvPicPr preferRelativeResize="0"/>
          <p:nvPr/>
        </p:nvPicPr>
        <p:blipFill rotWithShape="1">
          <a:blip r:embed="rId24">
            <a:alphaModFix/>
          </a:blip>
          <a:srcRect b="0" l="0" r="0" t="0"/>
          <a:stretch/>
        </p:blipFill>
        <p:spPr>
          <a:xfrm>
            <a:off x="1169552" y="5044489"/>
            <a:ext cx="1563529" cy="285036"/>
          </a:xfrm>
          <a:prstGeom prst="rect">
            <a:avLst/>
          </a:prstGeom>
          <a:noFill/>
          <a:ln>
            <a:noFill/>
          </a:ln>
        </p:spPr>
      </p:pic>
      <p:pic>
        <p:nvPicPr>
          <p:cNvPr id="181" name="Google Shape;181;g3e77143ad84_3_0"/>
          <p:cNvPicPr preferRelativeResize="0"/>
          <p:nvPr/>
        </p:nvPicPr>
        <p:blipFill rotWithShape="1">
          <a:blip r:embed="rId25">
            <a:alphaModFix/>
          </a:blip>
          <a:srcRect b="0" l="0" r="0" t="0"/>
          <a:stretch/>
        </p:blipFill>
        <p:spPr>
          <a:xfrm>
            <a:off x="3532175" y="4720314"/>
            <a:ext cx="948575" cy="933397"/>
          </a:xfrm>
          <a:prstGeom prst="rect">
            <a:avLst/>
          </a:prstGeom>
          <a:noFill/>
          <a:ln>
            <a:noFill/>
          </a:ln>
        </p:spPr>
      </p:pic>
      <p:pic>
        <p:nvPicPr>
          <p:cNvPr descr="preencoded.png" id="182" name="Google Shape;182;g3e77143ad84_3_0"/>
          <p:cNvPicPr preferRelativeResize="0"/>
          <p:nvPr/>
        </p:nvPicPr>
        <p:blipFill rotWithShape="1">
          <a:blip r:embed="rId26">
            <a:alphaModFix/>
          </a:blip>
          <a:srcRect b="0" l="0" r="0" t="0"/>
          <a:stretch/>
        </p:blipFill>
        <p:spPr>
          <a:xfrm>
            <a:off x="5485924" y="4810242"/>
            <a:ext cx="1151098" cy="753546"/>
          </a:xfrm>
          <a:prstGeom prst="rect">
            <a:avLst/>
          </a:prstGeom>
          <a:noFill/>
          <a:ln>
            <a:noFill/>
          </a:ln>
        </p:spPr>
      </p:pic>
      <p:pic>
        <p:nvPicPr>
          <p:cNvPr descr="Perusahaan Gas Negara -" id="183" name="Google Shape;183;g3e77143ad84_3_0"/>
          <p:cNvPicPr preferRelativeResize="0"/>
          <p:nvPr/>
        </p:nvPicPr>
        <p:blipFill rotWithShape="1">
          <a:blip r:embed="rId27">
            <a:alphaModFix/>
          </a:blip>
          <a:srcRect b="16293" l="20827" r="27338" t="16494"/>
          <a:stretch/>
        </p:blipFill>
        <p:spPr>
          <a:xfrm>
            <a:off x="9817288" y="4727705"/>
            <a:ext cx="708425" cy="918618"/>
          </a:xfrm>
          <a:prstGeom prst="rect">
            <a:avLst/>
          </a:prstGeom>
          <a:noFill/>
          <a:ln>
            <a:noFill/>
          </a:ln>
        </p:spPr>
      </p:pic>
      <p:pic>
        <p:nvPicPr>
          <p:cNvPr id="184" name="Google Shape;184;g3e77143ad84_3_0"/>
          <p:cNvPicPr preferRelativeResize="0"/>
          <p:nvPr/>
        </p:nvPicPr>
        <p:blipFill rotWithShape="1">
          <a:blip r:embed="rId28">
            <a:alphaModFix/>
          </a:blip>
          <a:srcRect b="0" l="0" r="0" t="0"/>
          <a:stretch/>
        </p:blipFill>
        <p:spPr>
          <a:xfrm>
            <a:off x="11370375" y="4946070"/>
            <a:ext cx="1712300" cy="481884"/>
          </a:xfrm>
          <a:prstGeom prst="rect">
            <a:avLst/>
          </a:prstGeom>
          <a:noFill/>
          <a:ln>
            <a:noFill/>
          </a:ln>
        </p:spPr>
      </p:pic>
      <p:pic>
        <p:nvPicPr>
          <p:cNvPr descr="preencoded.png" id="185" name="Google Shape;185;g3e77143ad84_3_0"/>
          <p:cNvPicPr preferRelativeResize="0"/>
          <p:nvPr/>
        </p:nvPicPr>
        <p:blipFill rotWithShape="1">
          <a:blip r:embed="rId29">
            <a:alphaModFix/>
          </a:blip>
          <a:srcRect b="35158" l="0" r="0" t="36034"/>
          <a:stretch/>
        </p:blipFill>
        <p:spPr>
          <a:xfrm>
            <a:off x="1070788" y="6178436"/>
            <a:ext cx="1761038" cy="507326"/>
          </a:xfrm>
          <a:prstGeom prst="rect">
            <a:avLst/>
          </a:prstGeom>
          <a:noFill/>
          <a:ln>
            <a:noFill/>
          </a:ln>
        </p:spPr>
      </p:pic>
      <p:pic>
        <p:nvPicPr>
          <p:cNvPr descr="preencoded.png" id="186" name="Google Shape;186;g3e77143ad84_3_0"/>
          <p:cNvPicPr preferRelativeResize="0"/>
          <p:nvPr/>
        </p:nvPicPr>
        <p:blipFill rotWithShape="1">
          <a:blip r:embed="rId30">
            <a:alphaModFix/>
          </a:blip>
          <a:srcRect b="0" l="0" r="0" t="0"/>
          <a:stretch/>
        </p:blipFill>
        <p:spPr>
          <a:xfrm>
            <a:off x="3489875" y="5891848"/>
            <a:ext cx="1033176" cy="1080502"/>
          </a:xfrm>
          <a:prstGeom prst="rect">
            <a:avLst/>
          </a:prstGeom>
          <a:noFill/>
          <a:ln>
            <a:noFill/>
          </a:ln>
        </p:spPr>
      </p:pic>
      <p:pic>
        <p:nvPicPr>
          <p:cNvPr descr="preencoded.png" id="187" name="Google Shape;187;g3e77143ad84_3_0"/>
          <p:cNvPicPr preferRelativeResize="0"/>
          <p:nvPr/>
        </p:nvPicPr>
        <p:blipFill rotWithShape="1">
          <a:blip r:embed="rId31">
            <a:alphaModFix/>
          </a:blip>
          <a:srcRect b="0" l="0" r="0" t="0"/>
          <a:stretch/>
        </p:blipFill>
        <p:spPr>
          <a:xfrm>
            <a:off x="5433094" y="6055386"/>
            <a:ext cx="1364218" cy="753427"/>
          </a:xfrm>
          <a:prstGeom prst="rect">
            <a:avLst/>
          </a:prstGeom>
          <a:noFill/>
          <a:ln>
            <a:noFill/>
          </a:ln>
        </p:spPr>
      </p:pic>
      <p:pic>
        <p:nvPicPr>
          <p:cNvPr id="188" name="Google Shape;188;g3e77143ad84_3_0"/>
          <p:cNvPicPr preferRelativeResize="0"/>
          <p:nvPr/>
        </p:nvPicPr>
        <p:blipFill rotWithShape="1">
          <a:blip r:embed="rId32">
            <a:alphaModFix/>
          </a:blip>
          <a:srcRect b="0" l="0" r="0" t="0"/>
          <a:stretch/>
        </p:blipFill>
        <p:spPr>
          <a:xfrm>
            <a:off x="7396550" y="6184950"/>
            <a:ext cx="1439900" cy="494294"/>
          </a:xfrm>
          <a:prstGeom prst="rect">
            <a:avLst/>
          </a:prstGeom>
          <a:noFill/>
          <a:ln>
            <a:noFill/>
          </a:ln>
        </p:spPr>
      </p:pic>
      <p:pic>
        <p:nvPicPr>
          <p:cNvPr descr="preencoded.png" id="189" name="Google Shape;189;g3e77143ad84_3_0"/>
          <p:cNvPicPr preferRelativeResize="0"/>
          <p:nvPr/>
        </p:nvPicPr>
        <p:blipFill rotWithShape="1">
          <a:blip r:embed="rId33">
            <a:alphaModFix/>
          </a:blip>
          <a:srcRect b="0" l="0" r="0" t="0"/>
          <a:stretch/>
        </p:blipFill>
        <p:spPr>
          <a:xfrm>
            <a:off x="9389758" y="6238850"/>
            <a:ext cx="1563529" cy="386476"/>
          </a:xfrm>
          <a:prstGeom prst="rect">
            <a:avLst/>
          </a:prstGeom>
          <a:noFill/>
          <a:ln>
            <a:noFill/>
          </a:ln>
        </p:spPr>
      </p:pic>
      <p:pic>
        <p:nvPicPr>
          <p:cNvPr descr="preencoded.png" id="190" name="Google Shape;190;g3e77143ad84_3_0"/>
          <p:cNvPicPr preferRelativeResize="0"/>
          <p:nvPr/>
        </p:nvPicPr>
        <p:blipFill rotWithShape="1">
          <a:blip r:embed="rId34">
            <a:alphaModFix/>
          </a:blip>
          <a:srcRect b="0" l="0" r="0" t="0"/>
          <a:stretch/>
        </p:blipFill>
        <p:spPr>
          <a:xfrm>
            <a:off x="11581823" y="6055386"/>
            <a:ext cx="1289446" cy="753427"/>
          </a:xfrm>
          <a:prstGeom prst="rect">
            <a:avLst/>
          </a:prstGeom>
          <a:noFill/>
          <a:ln>
            <a:noFill/>
          </a:ln>
        </p:spPr>
      </p:pic>
      <p:pic>
        <p:nvPicPr>
          <p:cNvPr descr="preencoded.png" id="191" name="Google Shape;191;g3e77143ad84_3_0"/>
          <p:cNvPicPr preferRelativeResize="0"/>
          <p:nvPr/>
        </p:nvPicPr>
        <p:blipFill rotWithShape="1">
          <a:blip r:embed="rId35">
            <a:alphaModFix/>
          </a:blip>
          <a:srcRect b="0" l="0" r="0" t="0"/>
          <a:stretch/>
        </p:blipFill>
        <p:spPr>
          <a:xfrm>
            <a:off x="15789649" y="6055397"/>
            <a:ext cx="1093706" cy="753428"/>
          </a:xfrm>
          <a:prstGeom prst="rect">
            <a:avLst/>
          </a:prstGeom>
          <a:noFill/>
          <a:ln>
            <a:noFill/>
          </a:ln>
        </p:spPr>
      </p:pic>
      <p:pic>
        <p:nvPicPr>
          <p:cNvPr descr="preencoded.png" id="192" name="Google Shape;192;g3e77143ad84_3_0"/>
          <p:cNvPicPr preferRelativeResize="0"/>
          <p:nvPr/>
        </p:nvPicPr>
        <p:blipFill rotWithShape="1">
          <a:blip r:embed="rId36">
            <a:alphaModFix/>
          </a:blip>
          <a:srcRect b="0" l="0" r="0" t="0"/>
          <a:stretch/>
        </p:blipFill>
        <p:spPr>
          <a:xfrm>
            <a:off x="1040470" y="7440862"/>
            <a:ext cx="1835901" cy="472824"/>
          </a:xfrm>
          <a:prstGeom prst="rect">
            <a:avLst/>
          </a:prstGeom>
          <a:noFill/>
          <a:ln>
            <a:noFill/>
          </a:ln>
        </p:spPr>
      </p:pic>
      <p:pic>
        <p:nvPicPr>
          <p:cNvPr descr="preencoded.png" id="193" name="Google Shape;193;g3e77143ad84_3_0"/>
          <p:cNvPicPr preferRelativeResize="0"/>
          <p:nvPr/>
        </p:nvPicPr>
        <p:blipFill rotWithShape="1">
          <a:blip r:embed="rId37">
            <a:alphaModFix/>
          </a:blip>
          <a:srcRect b="0" l="0" r="0" t="0"/>
          <a:stretch/>
        </p:blipFill>
        <p:spPr>
          <a:xfrm>
            <a:off x="3186570" y="7472975"/>
            <a:ext cx="1639779" cy="408575"/>
          </a:xfrm>
          <a:prstGeom prst="rect">
            <a:avLst/>
          </a:prstGeom>
          <a:noFill/>
          <a:ln>
            <a:noFill/>
          </a:ln>
        </p:spPr>
      </p:pic>
      <p:pic>
        <p:nvPicPr>
          <p:cNvPr descr="preencoded.png" id="194" name="Google Shape;194;g3e77143ad84_3_0"/>
          <p:cNvPicPr preferRelativeResize="0"/>
          <p:nvPr/>
        </p:nvPicPr>
        <p:blipFill rotWithShape="1">
          <a:blip r:embed="rId38">
            <a:alphaModFix/>
          </a:blip>
          <a:srcRect b="15404" l="3698" r="9692" t="4532"/>
          <a:stretch/>
        </p:blipFill>
        <p:spPr>
          <a:xfrm>
            <a:off x="5336302" y="7202757"/>
            <a:ext cx="1450325" cy="949020"/>
          </a:xfrm>
          <a:prstGeom prst="rect">
            <a:avLst/>
          </a:prstGeom>
          <a:noFill/>
          <a:ln>
            <a:noFill/>
          </a:ln>
        </p:spPr>
      </p:pic>
      <p:pic>
        <p:nvPicPr>
          <p:cNvPr descr="preencoded.png" id="195" name="Google Shape;195;g3e77143ad84_3_0"/>
          <p:cNvPicPr preferRelativeResize="0"/>
          <p:nvPr/>
        </p:nvPicPr>
        <p:blipFill rotWithShape="1">
          <a:blip r:embed="rId39">
            <a:alphaModFix/>
          </a:blip>
          <a:srcRect b="0" l="0" r="0" t="0"/>
          <a:stretch/>
        </p:blipFill>
        <p:spPr>
          <a:xfrm>
            <a:off x="7334739" y="7332091"/>
            <a:ext cx="1563530" cy="690324"/>
          </a:xfrm>
          <a:prstGeom prst="rect">
            <a:avLst/>
          </a:prstGeom>
          <a:noFill/>
          <a:ln>
            <a:noFill/>
          </a:ln>
        </p:spPr>
      </p:pic>
      <p:pic>
        <p:nvPicPr>
          <p:cNvPr descr="preencoded.png" id="196" name="Google Shape;196;g3e77143ad84_3_0"/>
          <p:cNvPicPr preferRelativeResize="0"/>
          <p:nvPr/>
        </p:nvPicPr>
        <p:blipFill rotWithShape="1">
          <a:blip r:embed="rId40">
            <a:alphaModFix/>
          </a:blip>
          <a:srcRect b="0" l="0" r="0" t="0"/>
          <a:stretch/>
        </p:blipFill>
        <p:spPr>
          <a:xfrm>
            <a:off x="9389683" y="7379666"/>
            <a:ext cx="1563529" cy="594955"/>
          </a:xfrm>
          <a:prstGeom prst="rect">
            <a:avLst/>
          </a:prstGeom>
          <a:noFill/>
          <a:ln>
            <a:noFill/>
          </a:ln>
        </p:spPr>
      </p:pic>
      <p:pic>
        <p:nvPicPr>
          <p:cNvPr descr="preencoded.png" id="197" name="Google Shape;197;g3e77143ad84_3_0"/>
          <p:cNvPicPr preferRelativeResize="0"/>
          <p:nvPr/>
        </p:nvPicPr>
        <p:blipFill rotWithShape="1">
          <a:blip r:embed="rId41">
            <a:alphaModFix/>
          </a:blip>
          <a:srcRect b="26243" l="15599" r="13237" t="29247"/>
          <a:stretch/>
        </p:blipFill>
        <p:spPr>
          <a:xfrm>
            <a:off x="11319438" y="7379663"/>
            <a:ext cx="1814074" cy="638175"/>
          </a:xfrm>
          <a:prstGeom prst="rect">
            <a:avLst/>
          </a:prstGeom>
          <a:noFill/>
          <a:ln>
            <a:noFill/>
          </a:ln>
        </p:spPr>
      </p:pic>
      <p:pic>
        <p:nvPicPr>
          <p:cNvPr id="198" name="Google Shape;198;g3e77143ad84_3_0"/>
          <p:cNvPicPr preferRelativeResize="0"/>
          <p:nvPr/>
        </p:nvPicPr>
        <p:blipFill rotWithShape="1">
          <a:blip r:embed="rId42">
            <a:alphaModFix/>
          </a:blip>
          <a:srcRect b="0" l="0" r="0" t="0"/>
          <a:stretch/>
        </p:blipFill>
        <p:spPr>
          <a:xfrm>
            <a:off x="15936008" y="7259750"/>
            <a:ext cx="800975" cy="835018"/>
          </a:xfrm>
          <a:prstGeom prst="rect">
            <a:avLst/>
          </a:prstGeom>
          <a:noFill/>
          <a:ln>
            <a:noFill/>
          </a:ln>
        </p:spPr>
      </p:pic>
      <p:pic>
        <p:nvPicPr>
          <p:cNvPr id="199" name="Google Shape;199;g3e77143ad84_3_0"/>
          <p:cNvPicPr preferRelativeResize="0"/>
          <p:nvPr/>
        </p:nvPicPr>
        <p:blipFill rotWithShape="1">
          <a:blip r:embed="rId43">
            <a:alphaModFix/>
          </a:blip>
          <a:srcRect b="0" l="0" r="0" t="0"/>
          <a:stretch/>
        </p:blipFill>
        <p:spPr>
          <a:xfrm>
            <a:off x="1409937" y="8563628"/>
            <a:ext cx="1093700" cy="784594"/>
          </a:xfrm>
          <a:prstGeom prst="rect">
            <a:avLst/>
          </a:prstGeom>
          <a:noFill/>
          <a:ln>
            <a:noFill/>
          </a:ln>
        </p:spPr>
      </p:pic>
      <p:pic>
        <p:nvPicPr>
          <p:cNvPr id="200" name="Google Shape;200;g3e77143ad84_3_0"/>
          <p:cNvPicPr preferRelativeResize="0"/>
          <p:nvPr/>
        </p:nvPicPr>
        <p:blipFill rotWithShape="1">
          <a:blip r:embed="rId44">
            <a:alphaModFix/>
          </a:blip>
          <a:srcRect b="0" l="0" r="0" t="0"/>
          <a:stretch/>
        </p:blipFill>
        <p:spPr>
          <a:xfrm>
            <a:off x="3168284" y="8654379"/>
            <a:ext cx="1712300" cy="592717"/>
          </a:xfrm>
          <a:prstGeom prst="rect">
            <a:avLst/>
          </a:prstGeom>
          <a:noFill/>
          <a:ln>
            <a:noFill/>
          </a:ln>
        </p:spPr>
      </p:pic>
      <p:pic>
        <p:nvPicPr>
          <p:cNvPr descr="preencoded.png" id="201" name="Google Shape;201;g3e77143ad84_3_0"/>
          <p:cNvPicPr preferRelativeResize="0"/>
          <p:nvPr/>
        </p:nvPicPr>
        <p:blipFill rotWithShape="1">
          <a:blip r:embed="rId45">
            <a:alphaModFix/>
          </a:blip>
          <a:srcRect b="21939" l="0" r="0" t="15326"/>
          <a:stretch/>
        </p:blipFill>
        <p:spPr>
          <a:xfrm>
            <a:off x="7396538" y="8486425"/>
            <a:ext cx="1450330" cy="909876"/>
          </a:xfrm>
          <a:prstGeom prst="rect">
            <a:avLst/>
          </a:prstGeom>
          <a:noFill/>
          <a:ln>
            <a:noFill/>
          </a:ln>
        </p:spPr>
      </p:pic>
      <p:pic>
        <p:nvPicPr>
          <p:cNvPr descr="preencoded.png" id="202" name="Google Shape;202;g3e77143ad84_3_0"/>
          <p:cNvPicPr preferRelativeResize="0"/>
          <p:nvPr/>
        </p:nvPicPr>
        <p:blipFill rotWithShape="1">
          <a:blip r:embed="rId46">
            <a:alphaModFix/>
          </a:blip>
          <a:srcRect b="12534" l="0" r="0" t="0"/>
          <a:stretch/>
        </p:blipFill>
        <p:spPr>
          <a:xfrm>
            <a:off x="5575962" y="8417062"/>
            <a:ext cx="855400" cy="984702"/>
          </a:xfrm>
          <a:prstGeom prst="rect">
            <a:avLst/>
          </a:prstGeom>
          <a:noFill/>
          <a:ln>
            <a:noFill/>
          </a:ln>
        </p:spPr>
      </p:pic>
      <p:pic>
        <p:nvPicPr>
          <p:cNvPr descr="preencoded.png" id="203" name="Google Shape;203;g3e77143ad84_3_0"/>
          <p:cNvPicPr preferRelativeResize="0"/>
          <p:nvPr/>
        </p:nvPicPr>
        <p:blipFill rotWithShape="1">
          <a:blip r:embed="rId47">
            <a:alphaModFix/>
          </a:blip>
          <a:srcRect b="28602" l="23972" r="23972" t="28606"/>
          <a:stretch/>
        </p:blipFill>
        <p:spPr>
          <a:xfrm>
            <a:off x="9290975" y="8552137"/>
            <a:ext cx="1761050" cy="814166"/>
          </a:xfrm>
          <a:prstGeom prst="rect">
            <a:avLst/>
          </a:prstGeom>
          <a:noFill/>
          <a:ln>
            <a:noFill/>
          </a:ln>
        </p:spPr>
      </p:pic>
      <p:pic>
        <p:nvPicPr>
          <p:cNvPr descr="preencoded.png" id="204" name="Google Shape;204;g3e77143ad84_3_0"/>
          <p:cNvPicPr preferRelativeResize="0"/>
          <p:nvPr/>
        </p:nvPicPr>
        <p:blipFill rotWithShape="1">
          <a:blip r:embed="rId48">
            <a:alphaModFix/>
          </a:blip>
          <a:srcRect b="0" l="0" r="0" t="0"/>
          <a:stretch/>
        </p:blipFill>
        <p:spPr>
          <a:xfrm>
            <a:off x="11404565" y="8618936"/>
            <a:ext cx="1563529" cy="680561"/>
          </a:xfrm>
          <a:prstGeom prst="rect">
            <a:avLst/>
          </a:prstGeom>
          <a:noFill/>
          <a:ln>
            <a:noFill/>
          </a:ln>
        </p:spPr>
      </p:pic>
      <p:pic>
        <p:nvPicPr>
          <p:cNvPr descr="preencoded.png" id="205" name="Google Shape;205;g3e77143ad84_3_0"/>
          <p:cNvPicPr preferRelativeResize="0"/>
          <p:nvPr/>
        </p:nvPicPr>
        <p:blipFill rotWithShape="1">
          <a:blip r:embed="rId49">
            <a:alphaModFix/>
          </a:blip>
          <a:srcRect b="0" l="0" r="0" t="0"/>
          <a:stretch/>
        </p:blipFill>
        <p:spPr>
          <a:xfrm>
            <a:off x="13807275" y="8479788"/>
            <a:ext cx="948575" cy="948575"/>
          </a:xfrm>
          <a:prstGeom prst="rect">
            <a:avLst/>
          </a:prstGeom>
          <a:noFill/>
          <a:ln>
            <a:noFill/>
          </a:ln>
        </p:spPr>
      </p:pic>
      <p:pic>
        <p:nvPicPr>
          <p:cNvPr descr="preencoded.png" id="206" name="Google Shape;206;g3e77143ad84_3_0"/>
          <p:cNvPicPr preferRelativeResize="0"/>
          <p:nvPr/>
        </p:nvPicPr>
        <p:blipFill rotWithShape="1">
          <a:blip r:embed="rId50">
            <a:alphaModFix/>
          </a:blip>
          <a:srcRect b="0" l="0" r="0" t="0"/>
          <a:stretch/>
        </p:blipFill>
        <p:spPr>
          <a:xfrm>
            <a:off x="13499776" y="6311785"/>
            <a:ext cx="1563530" cy="240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211" name="Shape 211"/>
        <p:cNvGrpSpPr/>
        <p:nvPr/>
      </p:nvGrpSpPr>
      <p:grpSpPr>
        <a:xfrm>
          <a:off x="0" y="0"/>
          <a:ext cx="0" cy="0"/>
          <a:chOff x="0" y="0"/>
          <a:chExt cx="0" cy="0"/>
        </a:xfrm>
      </p:grpSpPr>
      <p:sp>
        <p:nvSpPr>
          <p:cNvPr id="212" name="Google Shape;212;p6"/>
          <p:cNvSpPr/>
          <p:nvPr/>
        </p:nvSpPr>
        <p:spPr>
          <a:xfrm>
            <a:off x="990600" y="1993344"/>
            <a:ext cx="16306800" cy="22860"/>
          </a:xfrm>
          <a:prstGeom prst="rect">
            <a:avLst/>
          </a:prstGeom>
          <a:solidFill>
            <a:srgbClr val="F265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6"/>
          <p:cNvSpPr/>
          <p:nvPr/>
        </p:nvSpPr>
        <p:spPr>
          <a:xfrm>
            <a:off x="990600" y="762000"/>
            <a:ext cx="3408745" cy="312420"/>
          </a:xfrm>
          <a:prstGeom prst="rect">
            <a:avLst/>
          </a:prstGeom>
          <a:noFill/>
          <a:ln>
            <a:noFill/>
          </a:ln>
        </p:spPr>
        <p:txBody>
          <a:bodyPr anchorCtr="0" anchor="t" bIns="25400" lIns="25400" spcFirstLastPara="1" rIns="25400" wrap="square" tIns="25400">
            <a:normAutofit/>
          </a:bodyPr>
          <a:lstStyle/>
          <a:p>
            <a:pPr indent="0" lvl="0" marL="0" marR="0" rtl="0" algn="l">
              <a:lnSpc>
                <a:spcPct val="90000"/>
              </a:lnSpc>
              <a:spcBef>
                <a:spcPts val="0"/>
              </a:spcBef>
              <a:spcAft>
                <a:spcPts val="0"/>
              </a:spcAft>
              <a:buClr>
                <a:srgbClr val="F26522"/>
              </a:buClr>
              <a:buSzPts val="1800"/>
              <a:buFont typeface="Barlow Semi Condensed"/>
              <a:buNone/>
            </a:pPr>
            <a:r>
              <a:rPr b="1" i="0" lang="en-US" sz="1800" u="none" cap="none" strike="noStrike">
                <a:solidFill>
                  <a:srgbClr val="F26522"/>
                </a:solidFill>
                <a:latin typeface="Barlow Semi Condensed"/>
                <a:ea typeface="Barlow Semi Condensed"/>
                <a:cs typeface="Barlow Semi Condensed"/>
                <a:sym typeface="Barlow Semi Condensed"/>
              </a:rPr>
              <a:t>WHERE WE'RE INVESTING</a:t>
            </a:r>
            <a:endParaRPr b="0" i="0" sz="1800" u="none" cap="none" strike="noStrike">
              <a:solidFill>
                <a:schemeClr val="dk1"/>
              </a:solidFill>
              <a:latin typeface="Calibri"/>
              <a:ea typeface="Calibri"/>
              <a:cs typeface="Calibri"/>
              <a:sym typeface="Calibri"/>
            </a:endParaRPr>
          </a:p>
        </p:txBody>
      </p:sp>
      <p:sp>
        <p:nvSpPr>
          <p:cNvPr id="214" name="Google Shape;214;p6"/>
          <p:cNvSpPr/>
          <p:nvPr/>
        </p:nvSpPr>
        <p:spPr>
          <a:xfrm>
            <a:off x="990600" y="1169670"/>
            <a:ext cx="3408745" cy="652224"/>
          </a:xfrm>
          <a:prstGeom prst="rect">
            <a:avLst/>
          </a:prstGeom>
          <a:noFill/>
          <a:ln>
            <a:noFill/>
          </a:ln>
        </p:spPr>
        <p:txBody>
          <a:bodyPr anchorCtr="0" anchor="t" bIns="25400" lIns="25400" spcFirstLastPara="1" rIns="25400" wrap="square" tIns="25400">
            <a:normAutofit/>
          </a:bodyPr>
          <a:lstStyle/>
          <a:p>
            <a:pPr indent="0" lvl="0" marL="0" marR="0" rtl="0" algn="l">
              <a:lnSpc>
                <a:spcPct val="94000"/>
              </a:lnSpc>
              <a:spcBef>
                <a:spcPts val="0"/>
              </a:spcBef>
              <a:spcAft>
                <a:spcPts val="0"/>
              </a:spcAft>
              <a:buClr>
                <a:srgbClr val="2D2D2D"/>
              </a:buClr>
              <a:buSzPts val="4650"/>
              <a:buFont typeface="Barlow Semi Condensed"/>
              <a:buNone/>
            </a:pPr>
            <a:r>
              <a:rPr b="1" i="0" lang="en-US" sz="3885" u="none" cap="none" strike="noStrike">
                <a:solidFill>
                  <a:srgbClr val="2D2D2D"/>
                </a:solidFill>
                <a:latin typeface="Barlow Semi Condensed"/>
                <a:ea typeface="Barlow Semi Condensed"/>
                <a:cs typeface="Barlow Semi Condensed"/>
                <a:sym typeface="Barlow Semi Condensed"/>
              </a:rPr>
              <a:t>New Solutions</a:t>
            </a:r>
            <a:endParaRPr b="0" i="0" sz="3885" u="none" cap="none" strike="noStrike">
              <a:solidFill>
                <a:schemeClr val="dk1"/>
              </a:solidFill>
              <a:latin typeface="Calibri"/>
              <a:ea typeface="Calibri"/>
              <a:cs typeface="Calibri"/>
              <a:sym typeface="Calibri"/>
            </a:endParaRPr>
          </a:p>
        </p:txBody>
      </p:sp>
      <p:sp>
        <p:nvSpPr>
          <p:cNvPr id="215" name="Google Shape;215;p6"/>
          <p:cNvSpPr/>
          <p:nvPr/>
        </p:nvSpPr>
        <p:spPr>
          <a:xfrm>
            <a:off x="990600" y="2511500"/>
            <a:ext cx="3091200" cy="4546200"/>
          </a:xfrm>
          <a:prstGeom prst="roundRect">
            <a:avLst>
              <a:gd fmla="val 2948" name="adj"/>
            </a:avLst>
          </a:prstGeom>
          <a:solidFill>
            <a:schemeClr val="accent2"/>
          </a:solidFill>
          <a:ln>
            <a:noFill/>
          </a:ln>
        </p:spPr>
        <p:txBody>
          <a:bodyPr anchorCtr="0" anchor="ctr" bIns="72875" lIns="72875" spcFirstLastPara="1" rIns="72875" wrap="square" tIns="72875">
            <a:noAutofit/>
          </a:bodyPr>
          <a:lstStyle/>
          <a:p>
            <a:pPr indent="0" lvl="0" marL="0" marR="0" rtl="0" algn="l">
              <a:lnSpc>
                <a:spcPct val="100000"/>
              </a:lnSpc>
              <a:spcBef>
                <a:spcPts val="0"/>
              </a:spcBef>
              <a:spcAft>
                <a:spcPts val="0"/>
              </a:spcAft>
              <a:buClr>
                <a:srgbClr val="000000"/>
              </a:buClr>
              <a:buSzPts val="1116"/>
              <a:buFont typeface="Arial"/>
              <a:buNone/>
            </a:pPr>
            <a:r>
              <a:t/>
            </a:r>
            <a:endParaRPr b="0" i="0" sz="1116" u="none" cap="none" strike="noStrike">
              <a:solidFill>
                <a:srgbClr val="000000"/>
              </a:solidFill>
              <a:latin typeface="Arial"/>
              <a:ea typeface="Arial"/>
              <a:cs typeface="Arial"/>
              <a:sym typeface="Arial"/>
            </a:endParaRPr>
          </a:p>
        </p:txBody>
      </p:sp>
      <p:sp>
        <p:nvSpPr>
          <p:cNvPr id="216" name="Google Shape;216;p6"/>
          <p:cNvSpPr/>
          <p:nvPr/>
        </p:nvSpPr>
        <p:spPr>
          <a:xfrm>
            <a:off x="1260299" y="4901549"/>
            <a:ext cx="2589600" cy="249000"/>
          </a:xfrm>
          <a:prstGeom prst="rect">
            <a:avLst/>
          </a:prstGeom>
          <a:noFill/>
          <a:ln>
            <a:noFill/>
          </a:ln>
        </p:spPr>
        <p:txBody>
          <a:bodyPr anchorCtr="0" anchor="t" bIns="20250" lIns="20250" spcFirstLastPara="1" rIns="20250" wrap="square" tIns="20250">
            <a:normAutofit/>
          </a:bodyPr>
          <a:lstStyle/>
          <a:p>
            <a:pPr indent="0" lvl="0" marL="0" marR="0" rtl="0" algn="l">
              <a:lnSpc>
                <a:spcPct val="90000"/>
              </a:lnSpc>
              <a:spcBef>
                <a:spcPts val="0"/>
              </a:spcBef>
              <a:spcAft>
                <a:spcPts val="0"/>
              </a:spcAft>
              <a:buClr>
                <a:srgbClr val="F7894A"/>
              </a:buClr>
              <a:buSzPts val="1435"/>
              <a:buFont typeface="Barlow Semi Condensed"/>
              <a:buNone/>
            </a:pPr>
            <a:r>
              <a:rPr b="1" i="0" lang="en-US" sz="1435" u="none" cap="none" strike="noStrike">
                <a:solidFill>
                  <a:schemeClr val="dk1"/>
                </a:solidFill>
                <a:latin typeface="Barlow Semi Condensed"/>
                <a:ea typeface="Barlow Semi Condensed"/>
                <a:cs typeface="Barlow Semi Condensed"/>
                <a:sym typeface="Barlow Semi Condensed"/>
              </a:rPr>
              <a:t>01</a:t>
            </a:r>
            <a:endParaRPr b="0" i="0" sz="1435" u="none" cap="none" strike="noStrike">
              <a:solidFill>
                <a:schemeClr val="dk1"/>
              </a:solidFill>
              <a:latin typeface="Calibri"/>
              <a:ea typeface="Calibri"/>
              <a:cs typeface="Calibri"/>
              <a:sym typeface="Calibri"/>
            </a:endParaRPr>
          </a:p>
        </p:txBody>
      </p:sp>
      <p:sp>
        <p:nvSpPr>
          <p:cNvPr id="217" name="Google Shape;217;p6"/>
          <p:cNvSpPr/>
          <p:nvPr/>
        </p:nvSpPr>
        <p:spPr>
          <a:xfrm>
            <a:off x="1259940" y="5188508"/>
            <a:ext cx="2589600" cy="395100"/>
          </a:xfrm>
          <a:prstGeom prst="rect">
            <a:avLst/>
          </a:prstGeom>
          <a:noFill/>
          <a:ln>
            <a:noFill/>
          </a:ln>
        </p:spPr>
        <p:txBody>
          <a:bodyPr anchorCtr="0" anchor="t" bIns="20250" lIns="20250" spcFirstLastPara="1" rIns="20250" wrap="square" tIns="20250">
            <a:normAutofit/>
          </a:bodyPr>
          <a:lstStyle/>
          <a:p>
            <a:pPr indent="0" lvl="0" marL="0" marR="0" rtl="0" algn="l">
              <a:lnSpc>
                <a:spcPct val="90000"/>
              </a:lnSpc>
              <a:spcBef>
                <a:spcPts val="0"/>
              </a:spcBef>
              <a:spcAft>
                <a:spcPts val="0"/>
              </a:spcAft>
              <a:buClr>
                <a:srgbClr val="FFFFFF"/>
              </a:buClr>
              <a:buSzPts val="2392"/>
              <a:buFont typeface="Barlow Semi Condensed"/>
              <a:buNone/>
            </a:pPr>
            <a:r>
              <a:rPr b="1" i="0" lang="en-US" sz="2392" u="none" cap="none" strike="noStrike">
                <a:solidFill>
                  <a:srgbClr val="FFFFFF"/>
                </a:solidFill>
                <a:latin typeface="Barlow Semi Condensed"/>
                <a:ea typeface="Barlow Semi Condensed"/>
                <a:cs typeface="Barlow Semi Condensed"/>
                <a:sym typeface="Barlow Semi Condensed"/>
              </a:rPr>
              <a:t>Cloud</a:t>
            </a:r>
            <a:endParaRPr b="0" i="0" sz="2392" u="none" cap="none" strike="noStrike">
              <a:solidFill>
                <a:schemeClr val="dk1"/>
              </a:solidFill>
              <a:latin typeface="Calibri"/>
              <a:ea typeface="Calibri"/>
              <a:cs typeface="Calibri"/>
              <a:sym typeface="Calibri"/>
            </a:endParaRPr>
          </a:p>
        </p:txBody>
      </p:sp>
      <p:sp>
        <p:nvSpPr>
          <p:cNvPr id="218" name="Google Shape;218;p6"/>
          <p:cNvSpPr/>
          <p:nvPr/>
        </p:nvSpPr>
        <p:spPr>
          <a:xfrm>
            <a:off x="1222592" y="5644060"/>
            <a:ext cx="2589600" cy="850800"/>
          </a:xfrm>
          <a:prstGeom prst="rect">
            <a:avLst/>
          </a:prstGeom>
          <a:noFill/>
          <a:ln>
            <a:noFill/>
          </a:ln>
        </p:spPr>
        <p:txBody>
          <a:bodyPr anchorCtr="0" anchor="t" bIns="20250" lIns="20250" spcFirstLastPara="1" rIns="20250" wrap="square" tIns="20250">
            <a:normAutofit/>
          </a:bodyPr>
          <a:lstStyle/>
          <a:p>
            <a:pPr indent="0" lvl="0" marL="0" marR="0" rtl="0" algn="l">
              <a:lnSpc>
                <a:spcPct val="130000"/>
              </a:lnSpc>
              <a:spcBef>
                <a:spcPts val="0"/>
              </a:spcBef>
              <a:spcAft>
                <a:spcPts val="0"/>
              </a:spcAft>
              <a:buClr>
                <a:srgbClr val="FFFFFF"/>
              </a:buClr>
              <a:buSzPts val="1435"/>
              <a:buFont typeface="IBM Plex Sans"/>
              <a:buNone/>
            </a:pPr>
            <a:r>
              <a:rPr b="0" i="0" lang="en-US" sz="1327" u="none" cap="none" strike="noStrike">
                <a:solidFill>
                  <a:srgbClr val="FFFFFF"/>
                </a:solidFill>
                <a:latin typeface="IBM Plex Sans"/>
                <a:ea typeface="IBM Plex Sans"/>
                <a:cs typeface="IBM Plex Sans"/>
                <a:sym typeface="IBM Plex Sans"/>
              </a:rPr>
              <a:t>Hybrid and multi-cloud infrastructure — scalable, resilient, sovereign-ready.</a:t>
            </a:r>
            <a:endParaRPr b="0" i="0" sz="1327" u="none" cap="none" strike="noStrike">
              <a:solidFill>
                <a:schemeClr val="dk1"/>
              </a:solidFill>
              <a:latin typeface="Calibri"/>
              <a:ea typeface="Calibri"/>
              <a:cs typeface="Calibri"/>
              <a:sym typeface="Calibri"/>
            </a:endParaRPr>
          </a:p>
        </p:txBody>
      </p:sp>
      <p:sp>
        <p:nvSpPr>
          <p:cNvPr id="219" name="Google Shape;219;p6"/>
          <p:cNvSpPr/>
          <p:nvPr/>
        </p:nvSpPr>
        <p:spPr>
          <a:xfrm>
            <a:off x="4294504" y="2511500"/>
            <a:ext cx="3091200" cy="4546200"/>
          </a:xfrm>
          <a:prstGeom prst="roundRect">
            <a:avLst>
              <a:gd fmla="val 2948" name="adj"/>
            </a:avLst>
          </a:prstGeom>
          <a:solidFill>
            <a:srgbClr val="F5F5F5"/>
          </a:solidFill>
          <a:ln cap="flat" cmpd="sng" w="38100">
            <a:solidFill>
              <a:srgbClr val="F7894A"/>
            </a:solidFill>
            <a:prstDash val="solid"/>
            <a:round/>
            <a:headEnd len="sm" w="sm" type="none"/>
            <a:tailEnd len="sm" w="sm" type="none"/>
          </a:ln>
        </p:spPr>
        <p:txBody>
          <a:bodyPr anchorCtr="0" anchor="ctr" bIns="72875" lIns="72875" spcFirstLastPara="1" rIns="72875" wrap="square" tIns="72875">
            <a:noAutofit/>
          </a:bodyPr>
          <a:lstStyle/>
          <a:p>
            <a:pPr indent="0" lvl="0" marL="0" marR="0" rtl="0" algn="l">
              <a:lnSpc>
                <a:spcPct val="100000"/>
              </a:lnSpc>
              <a:spcBef>
                <a:spcPts val="0"/>
              </a:spcBef>
              <a:spcAft>
                <a:spcPts val="0"/>
              </a:spcAft>
              <a:buClr>
                <a:srgbClr val="000000"/>
              </a:buClr>
              <a:buSzPts val="1116"/>
              <a:buFont typeface="Arial"/>
              <a:buNone/>
            </a:pPr>
            <a:r>
              <a:t/>
            </a:r>
            <a:endParaRPr b="0" i="0" sz="1116" u="none" cap="none" strike="noStrike">
              <a:solidFill>
                <a:srgbClr val="000000"/>
              </a:solidFill>
              <a:latin typeface="Arial"/>
              <a:ea typeface="Arial"/>
              <a:cs typeface="Arial"/>
              <a:sym typeface="Arial"/>
            </a:endParaRPr>
          </a:p>
        </p:txBody>
      </p:sp>
      <p:sp>
        <p:nvSpPr>
          <p:cNvPr id="220" name="Google Shape;220;p6"/>
          <p:cNvSpPr/>
          <p:nvPr/>
        </p:nvSpPr>
        <p:spPr>
          <a:xfrm>
            <a:off x="4551670" y="4881219"/>
            <a:ext cx="2576700" cy="249000"/>
          </a:xfrm>
          <a:prstGeom prst="rect">
            <a:avLst/>
          </a:prstGeom>
          <a:noFill/>
          <a:ln>
            <a:noFill/>
          </a:ln>
        </p:spPr>
        <p:txBody>
          <a:bodyPr anchorCtr="0" anchor="t" bIns="20250" lIns="20250" spcFirstLastPara="1" rIns="20250" wrap="square" tIns="20250">
            <a:normAutofit/>
          </a:bodyPr>
          <a:lstStyle/>
          <a:p>
            <a:pPr indent="0" lvl="0" marL="0" marR="0" rtl="0" algn="l">
              <a:lnSpc>
                <a:spcPct val="90000"/>
              </a:lnSpc>
              <a:spcBef>
                <a:spcPts val="0"/>
              </a:spcBef>
              <a:spcAft>
                <a:spcPts val="0"/>
              </a:spcAft>
              <a:buClr>
                <a:srgbClr val="F26522"/>
              </a:buClr>
              <a:buSzPts val="1435"/>
              <a:buFont typeface="Barlow Semi Condensed"/>
              <a:buNone/>
            </a:pPr>
            <a:r>
              <a:rPr b="1" i="0" lang="en-US" sz="1435" u="none" cap="none" strike="noStrike">
                <a:solidFill>
                  <a:srgbClr val="F26522"/>
                </a:solidFill>
                <a:latin typeface="Barlow Semi Condensed"/>
                <a:ea typeface="Barlow Semi Condensed"/>
                <a:cs typeface="Barlow Semi Condensed"/>
                <a:sym typeface="Barlow Semi Condensed"/>
              </a:rPr>
              <a:t>02</a:t>
            </a:r>
            <a:endParaRPr b="0" i="0" sz="1435" u="none" cap="none" strike="noStrike">
              <a:solidFill>
                <a:schemeClr val="dk1"/>
              </a:solidFill>
              <a:latin typeface="Calibri"/>
              <a:ea typeface="Calibri"/>
              <a:cs typeface="Calibri"/>
              <a:sym typeface="Calibri"/>
            </a:endParaRPr>
          </a:p>
        </p:txBody>
      </p:sp>
      <p:sp>
        <p:nvSpPr>
          <p:cNvPr id="221" name="Google Shape;221;p6"/>
          <p:cNvSpPr/>
          <p:nvPr/>
        </p:nvSpPr>
        <p:spPr>
          <a:xfrm>
            <a:off x="4551670" y="5175913"/>
            <a:ext cx="2576700" cy="395100"/>
          </a:xfrm>
          <a:prstGeom prst="rect">
            <a:avLst/>
          </a:prstGeom>
          <a:noFill/>
          <a:ln>
            <a:noFill/>
          </a:ln>
        </p:spPr>
        <p:txBody>
          <a:bodyPr anchorCtr="0" anchor="t" bIns="20250" lIns="20250" spcFirstLastPara="1" rIns="20250" wrap="square" tIns="20250">
            <a:normAutofit/>
          </a:bodyPr>
          <a:lstStyle/>
          <a:p>
            <a:pPr indent="0" lvl="0" marL="0" marR="0" rtl="0" algn="l">
              <a:lnSpc>
                <a:spcPct val="90000"/>
              </a:lnSpc>
              <a:spcBef>
                <a:spcPts val="0"/>
              </a:spcBef>
              <a:spcAft>
                <a:spcPts val="0"/>
              </a:spcAft>
              <a:buClr>
                <a:srgbClr val="2D2D2D"/>
              </a:buClr>
              <a:buSzPts val="2392"/>
              <a:buFont typeface="Barlow Semi Condensed"/>
              <a:buNone/>
            </a:pPr>
            <a:r>
              <a:rPr b="1" i="0" lang="en-US" sz="2392" u="none" cap="none" strike="noStrike">
                <a:solidFill>
                  <a:srgbClr val="2D2D2D"/>
                </a:solidFill>
                <a:latin typeface="Barlow Semi Condensed"/>
                <a:ea typeface="Barlow Semi Condensed"/>
                <a:cs typeface="Barlow Semi Condensed"/>
                <a:sym typeface="Barlow Semi Condensed"/>
              </a:rPr>
              <a:t>Data Management</a:t>
            </a:r>
            <a:endParaRPr b="0" i="0" sz="2392" u="none" cap="none" strike="noStrike">
              <a:solidFill>
                <a:schemeClr val="dk1"/>
              </a:solidFill>
              <a:latin typeface="Calibri"/>
              <a:ea typeface="Calibri"/>
              <a:cs typeface="Calibri"/>
              <a:sym typeface="Calibri"/>
            </a:endParaRPr>
          </a:p>
        </p:txBody>
      </p:sp>
      <p:sp>
        <p:nvSpPr>
          <p:cNvPr id="222" name="Google Shape;222;p6"/>
          <p:cNvSpPr/>
          <p:nvPr/>
        </p:nvSpPr>
        <p:spPr>
          <a:xfrm>
            <a:off x="4551670" y="5646815"/>
            <a:ext cx="2576700" cy="1123800"/>
          </a:xfrm>
          <a:prstGeom prst="rect">
            <a:avLst/>
          </a:prstGeom>
          <a:noFill/>
          <a:ln>
            <a:noFill/>
          </a:ln>
        </p:spPr>
        <p:txBody>
          <a:bodyPr anchorCtr="0" anchor="t" bIns="20250" lIns="20250" spcFirstLastPara="1" rIns="20250" wrap="square" tIns="20250">
            <a:normAutofit/>
          </a:bodyPr>
          <a:lstStyle/>
          <a:p>
            <a:pPr indent="0" lvl="0" marL="0" marR="0" rtl="0" algn="l">
              <a:lnSpc>
                <a:spcPct val="150000"/>
              </a:lnSpc>
              <a:spcBef>
                <a:spcPts val="0"/>
              </a:spcBef>
              <a:spcAft>
                <a:spcPts val="0"/>
              </a:spcAft>
              <a:buClr>
                <a:srgbClr val="6B6B6B"/>
              </a:buClr>
              <a:buSzPts val="1435"/>
              <a:buFont typeface="IBM Plex Sans"/>
              <a:buNone/>
            </a:pPr>
            <a:r>
              <a:rPr b="0" i="0" lang="en-US" sz="1435" u="none" cap="none" strike="noStrike">
                <a:solidFill>
                  <a:srgbClr val="6B6B6B"/>
                </a:solidFill>
                <a:latin typeface="IBM Plex Sans"/>
                <a:ea typeface="IBM Plex Sans"/>
                <a:cs typeface="IBM Plex Sans"/>
                <a:sym typeface="IBM Plex Sans"/>
              </a:rPr>
              <a:t>Unified, real-time data platforms that turn operational data into decisions.</a:t>
            </a:r>
            <a:endParaRPr b="0" i="0" sz="1435" u="none" cap="none" strike="noStrike">
              <a:solidFill>
                <a:schemeClr val="dk1"/>
              </a:solidFill>
              <a:latin typeface="Calibri"/>
              <a:ea typeface="Calibri"/>
              <a:cs typeface="Calibri"/>
              <a:sym typeface="Calibri"/>
            </a:endParaRPr>
          </a:p>
        </p:txBody>
      </p:sp>
      <p:sp>
        <p:nvSpPr>
          <p:cNvPr id="223" name="Google Shape;223;p6"/>
          <p:cNvSpPr/>
          <p:nvPr/>
        </p:nvSpPr>
        <p:spPr>
          <a:xfrm>
            <a:off x="7598409" y="2511540"/>
            <a:ext cx="3091200" cy="4546200"/>
          </a:xfrm>
          <a:prstGeom prst="roundRect">
            <a:avLst>
              <a:gd fmla="val 2948" name="adj"/>
            </a:avLst>
          </a:prstGeom>
          <a:solidFill>
            <a:schemeClr val="accent2"/>
          </a:solidFill>
          <a:ln>
            <a:noFill/>
          </a:ln>
        </p:spPr>
        <p:txBody>
          <a:bodyPr anchorCtr="0" anchor="ctr" bIns="72875" lIns="72875" spcFirstLastPara="1" rIns="72875" wrap="square" tIns="72875">
            <a:noAutofit/>
          </a:bodyPr>
          <a:lstStyle/>
          <a:p>
            <a:pPr indent="0" lvl="0" marL="0" marR="0" rtl="0" algn="l">
              <a:lnSpc>
                <a:spcPct val="100000"/>
              </a:lnSpc>
              <a:spcBef>
                <a:spcPts val="0"/>
              </a:spcBef>
              <a:spcAft>
                <a:spcPts val="0"/>
              </a:spcAft>
              <a:buClr>
                <a:srgbClr val="000000"/>
              </a:buClr>
              <a:buSzPts val="1116"/>
              <a:buFont typeface="Arial"/>
              <a:buNone/>
            </a:pPr>
            <a:r>
              <a:t/>
            </a:r>
            <a:endParaRPr b="0" i="0" sz="1116" u="none" cap="none" strike="noStrike">
              <a:solidFill>
                <a:srgbClr val="000000"/>
              </a:solidFill>
              <a:latin typeface="Arial"/>
              <a:ea typeface="Arial"/>
              <a:cs typeface="Arial"/>
              <a:sym typeface="Arial"/>
            </a:endParaRPr>
          </a:p>
        </p:txBody>
      </p:sp>
      <p:sp>
        <p:nvSpPr>
          <p:cNvPr id="224" name="Google Shape;224;p6"/>
          <p:cNvSpPr/>
          <p:nvPr/>
        </p:nvSpPr>
        <p:spPr>
          <a:xfrm>
            <a:off x="7864499" y="4886986"/>
            <a:ext cx="2589600" cy="249000"/>
          </a:xfrm>
          <a:prstGeom prst="rect">
            <a:avLst/>
          </a:prstGeom>
          <a:noFill/>
          <a:ln>
            <a:noFill/>
          </a:ln>
        </p:spPr>
        <p:txBody>
          <a:bodyPr anchorCtr="0" anchor="t" bIns="20250" lIns="20250" spcFirstLastPara="1" rIns="20250" wrap="square" tIns="20250">
            <a:normAutofit/>
          </a:bodyPr>
          <a:lstStyle/>
          <a:p>
            <a:pPr indent="0" lvl="0" marL="0" marR="0" rtl="0" algn="l">
              <a:lnSpc>
                <a:spcPct val="90000"/>
              </a:lnSpc>
              <a:spcBef>
                <a:spcPts val="0"/>
              </a:spcBef>
              <a:spcAft>
                <a:spcPts val="0"/>
              </a:spcAft>
              <a:buClr>
                <a:srgbClr val="F7894A"/>
              </a:buClr>
              <a:buSzPts val="1435"/>
              <a:buFont typeface="Barlow Semi Condensed"/>
              <a:buNone/>
            </a:pPr>
            <a:r>
              <a:rPr b="1" i="0" lang="en-US" sz="1435" u="none" cap="none" strike="noStrike">
                <a:solidFill>
                  <a:schemeClr val="dk1"/>
                </a:solidFill>
                <a:latin typeface="Barlow Semi Condensed"/>
                <a:ea typeface="Barlow Semi Condensed"/>
                <a:cs typeface="Barlow Semi Condensed"/>
                <a:sym typeface="Barlow Semi Condensed"/>
              </a:rPr>
              <a:t>03</a:t>
            </a:r>
            <a:endParaRPr b="0" i="0" sz="1435" u="none" cap="none" strike="noStrike">
              <a:solidFill>
                <a:schemeClr val="dk1"/>
              </a:solidFill>
              <a:latin typeface="Calibri"/>
              <a:ea typeface="Calibri"/>
              <a:cs typeface="Calibri"/>
              <a:sym typeface="Calibri"/>
            </a:endParaRPr>
          </a:p>
        </p:txBody>
      </p:sp>
      <p:sp>
        <p:nvSpPr>
          <p:cNvPr id="225" name="Google Shape;225;p6"/>
          <p:cNvSpPr/>
          <p:nvPr/>
        </p:nvSpPr>
        <p:spPr>
          <a:xfrm>
            <a:off x="7833939" y="5187710"/>
            <a:ext cx="2589600" cy="395100"/>
          </a:xfrm>
          <a:prstGeom prst="rect">
            <a:avLst/>
          </a:prstGeom>
          <a:noFill/>
          <a:ln>
            <a:noFill/>
          </a:ln>
        </p:spPr>
        <p:txBody>
          <a:bodyPr anchorCtr="0" anchor="t" bIns="20250" lIns="20250" spcFirstLastPara="1" rIns="20250" wrap="square" tIns="20250">
            <a:normAutofit/>
          </a:bodyPr>
          <a:lstStyle/>
          <a:p>
            <a:pPr indent="0" lvl="0" marL="0" marR="0" rtl="0" algn="l">
              <a:lnSpc>
                <a:spcPct val="90000"/>
              </a:lnSpc>
              <a:spcBef>
                <a:spcPts val="0"/>
              </a:spcBef>
              <a:spcAft>
                <a:spcPts val="0"/>
              </a:spcAft>
              <a:buClr>
                <a:srgbClr val="FFFFFF"/>
              </a:buClr>
              <a:buSzPts val="2392"/>
              <a:buFont typeface="Barlow Semi Condensed"/>
              <a:buNone/>
            </a:pPr>
            <a:r>
              <a:rPr b="1" i="0" lang="en-US" sz="2392" u="none" cap="none" strike="noStrike">
                <a:solidFill>
                  <a:srgbClr val="FFFFFF"/>
                </a:solidFill>
                <a:latin typeface="Barlow Semi Condensed"/>
                <a:ea typeface="Barlow Semi Condensed"/>
                <a:cs typeface="Barlow Semi Condensed"/>
                <a:sym typeface="Barlow Semi Condensed"/>
              </a:rPr>
              <a:t>Cyber Security</a:t>
            </a:r>
            <a:endParaRPr b="0" i="0" sz="2392" u="none" cap="none" strike="noStrike">
              <a:solidFill>
                <a:schemeClr val="dk1"/>
              </a:solidFill>
              <a:latin typeface="Calibri"/>
              <a:ea typeface="Calibri"/>
              <a:cs typeface="Calibri"/>
              <a:sym typeface="Calibri"/>
            </a:endParaRPr>
          </a:p>
        </p:txBody>
      </p:sp>
      <p:sp>
        <p:nvSpPr>
          <p:cNvPr id="226" name="Google Shape;226;p6"/>
          <p:cNvSpPr/>
          <p:nvPr/>
        </p:nvSpPr>
        <p:spPr>
          <a:xfrm>
            <a:off x="7833939" y="5658613"/>
            <a:ext cx="2589600" cy="850800"/>
          </a:xfrm>
          <a:prstGeom prst="rect">
            <a:avLst/>
          </a:prstGeom>
          <a:noFill/>
          <a:ln>
            <a:noFill/>
          </a:ln>
        </p:spPr>
        <p:txBody>
          <a:bodyPr anchorCtr="0" anchor="t" bIns="20250" lIns="20250" spcFirstLastPara="1" rIns="20250" wrap="square" tIns="20250">
            <a:normAutofit/>
          </a:bodyPr>
          <a:lstStyle/>
          <a:p>
            <a:pPr indent="0" lvl="0" marL="0" marR="0" rtl="0" algn="l">
              <a:lnSpc>
                <a:spcPct val="130000"/>
              </a:lnSpc>
              <a:spcBef>
                <a:spcPts val="0"/>
              </a:spcBef>
              <a:spcAft>
                <a:spcPts val="0"/>
              </a:spcAft>
              <a:buClr>
                <a:srgbClr val="FFFFFF"/>
              </a:buClr>
              <a:buSzPts val="1435"/>
              <a:buFont typeface="IBM Plex Sans"/>
              <a:buNone/>
            </a:pPr>
            <a:r>
              <a:rPr b="0" i="0" lang="en-US" sz="1327" u="none" cap="none" strike="noStrike">
                <a:solidFill>
                  <a:srgbClr val="FFFFFF"/>
                </a:solidFill>
                <a:latin typeface="IBM Plex Sans"/>
                <a:ea typeface="IBM Plex Sans"/>
                <a:cs typeface="IBM Plex Sans"/>
                <a:sym typeface="IBM Plex Sans"/>
              </a:rPr>
              <a:t>Defence-in-depth for critical infrastructure, from data to endpoint to identity.</a:t>
            </a:r>
            <a:endParaRPr b="0" i="0" sz="1327" u="none" cap="none" strike="noStrike">
              <a:solidFill>
                <a:schemeClr val="dk1"/>
              </a:solidFill>
              <a:latin typeface="Calibri"/>
              <a:ea typeface="Calibri"/>
              <a:cs typeface="Calibri"/>
              <a:sym typeface="Calibri"/>
            </a:endParaRPr>
          </a:p>
        </p:txBody>
      </p:sp>
      <p:sp>
        <p:nvSpPr>
          <p:cNvPr id="227" name="Google Shape;227;p6"/>
          <p:cNvSpPr/>
          <p:nvPr/>
        </p:nvSpPr>
        <p:spPr>
          <a:xfrm>
            <a:off x="10902313" y="2511500"/>
            <a:ext cx="3091200" cy="4546200"/>
          </a:xfrm>
          <a:prstGeom prst="roundRect">
            <a:avLst>
              <a:gd fmla="val 2948" name="adj"/>
            </a:avLst>
          </a:prstGeom>
          <a:solidFill>
            <a:srgbClr val="F5F5F5"/>
          </a:solidFill>
          <a:ln cap="flat" cmpd="sng" w="38100">
            <a:solidFill>
              <a:srgbClr val="F7894A"/>
            </a:solidFill>
            <a:prstDash val="solid"/>
            <a:round/>
            <a:headEnd len="sm" w="sm" type="none"/>
            <a:tailEnd len="sm" w="sm" type="none"/>
          </a:ln>
        </p:spPr>
        <p:txBody>
          <a:bodyPr anchorCtr="0" anchor="ctr" bIns="72875" lIns="72875" spcFirstLastPara="1" rIns="72875" wrap="square" tIns="72875">
            <a:noAutofit/>
          </a:bodyPr>
          <a:lstStyle/>
          <a:p>
            <a:pPr indent="0" lvl="0" marL="0" marR="0" rtl="0" algn="l">
              <a:lnSpc>
                <a:spcPct val="100000"/>
              </a:lnSpc>
              <a:spcBef>
                <a:spcPts val="0"/>
              </a:spcBef>
              <a:spcAft>
                <a:spcPts val="0"/>
              </a:spcAft>
              <a:buClr>
                <a:srgbClr val="000000"/>
              </a:buClr>
              <a:buSzPts val="1116"/>
              <a:buFont typeface="Arial"/>
              <a:buNone/>
            </a:pPr>
            <a:r>
              <a:t/>
            </a:r>
            <a:endParaRPr b="0" i="0" sz="1116" u="none" cap="none" strike="noStrike">
              <a:solidFill>
                <a:srgbClr val="000000"/>
              </a:solidFill>
              <a:latin typeface="Arial"/>
              <a:ea typeface="Arial"/>
              <a:cs typeface="Arial"/>
              <a:sym typeface="Arial"/>
            </a:endParaRPr>
          </a:p>
        </p:txBody>
      </p:sp>
      <p:sp>
        <p:nvSpPr>
          <p:cNvPr id="228" name="Google Shape;228;p6"/>
          <p:cNvSpPr/>
          <p:nvPr/>
        </p:nvSpPr>
        <p:spPr>
          <a:xfrm>
            <a:off x="11128889" y="4901563"/>
            <a:ext cx="2576700" cy="249000"/>
          </a:xfrm>
          <a:prstGeom prst="rect">
            <a:avLst/>
          </a:prstGeom>
          <a:noFill/>
          <a:ln>
            <a:noFill/>
          </a:ln>
        </p:spPr>
        <p:txBody>
          <a:bodyPr anchorCtr="0" anchor="t" bIns="20250" lIns="20250" spcFirstLastPara="1" rIns="20250" wrap="square" tIns="20250">
            <a:normAutofit/>
          </a:bodyPr>
          <a:lstStyle/>
          <a:p>
            <a:pPr indent="0" lvl="0" marL="0" marR="0" rtl="0" algn="l">
              <a:lnSpc>
                <a:spcPct val="90000"/>
              </a:lnSpc>
              <a:spcBef>
                <a:spcPts val="0"/>
              </a:spcBef>
              <a:spcAft>
                <a:spcPts val="0"/>
              </a:spcAft>
              <a:buClr>
                <a:srgbClr val="F26522"/>
              </a:buClr>
              <a:buSzPts val="1435"/>
              <a:buFont typeface="Barlow Semi Condensed"/>
              <a:buNone/>
            </a:pPr>
            <a:r>
              <a:rPr b="1" i="0" lang="en-US" sz="1435" u="none" cap="none" strike="noStrike">
                <a:solidFill>
                  <a:srgbClr val="F26522"/>
                </a:solidFill>
                <a:latin typeface="Barlow Semi Condensed"/>
                <a:ea typeface="Barlow Semi Condensed"/>
                <a:cs typeface="Barlow Semi Condensed"/>
                <a:sym typeface="Barlow Semi Condensed"/>
              </a:rPr>
              <a:t>04</a:t>
            </a:r>
            <a:endParaRPr b="0" i="0" sz="1435" u="none" cap="none" strike="noStrike">
              <a:solidFill>
                <a:schemeClr val="dk1"/>
              </a:solidFill>
              <a:latin typeface="Calibri"/>
              <a:ea typeface="Calibri"/>
              <a:cs typeface="Calibri"/>
              <a:sym typeface="Calibri"/>
            </a:endParaRPr>
          </a:p>
        </p:txBody>
      </p:sp>
      <p:sp>
        <p:nvSpPr>
          <p:cNvPr id="229" name="Google Shape;229;p6"/>
          <p:cNvSpPr/>
          <p:nvPr/>
        </p:nvSpPr>
        <p:spPr>
          <a:xfrm>
            <a:off x="11128889" y="5196256"/>
            <a:ext cx="2576700" cy="395100"/>
          </a:xfrm>
          <a:prstGeom prst="rect">
            <a:avLst/>
          </a:prstGeom>
          <a:noFill/>
          <a:ln>
            <a:noFill/>
          </a:ln>
        </p:spPr>
        <p:txBody>
          <a:bodyPr anchorCtr="0" anchor="t" bIns="20250" lIns="20250" spcFirstLastPara="1" rIns="20250" wrap="square" tIns="20250">
            <a:normAutofit/>
          </a:bodyPr>
          <a:lstStyle/>
          <a:p>
            <a:pPr indent="0" lvl="0" marL="0" marR="0" rtl="0" algn="l">
              <a:lnSpc>
                <a:spcPct val="90000"/>
              </a:lnSpc>
              <a:spcBef>
                <a:spcPts val="0"/>
              </a:spcBef>
              <a:spcAft>
                <a:spcPts val="0"/>
              </a:spcAft>
              <a:buClr>
                <a:srgbClr val="2D2D2D"/>
              </a:buClr>
              <a:buSzPts val="2392"/>
              <a:buFont typeface="Barlow Semi Condensed"/>
              <a:buNone/>
            </a:pPr>
            <a:r>
              <a:rPr b="1" i="0" lang="en-US" sz="2392" u="none" cap="none" strike="noStrike">
                <a:solidFill>
                  <a:srgbClr val="2D2D2D"/>
                </a:solidFill>
                <a:latin typeface="Barlow Semi Condensed"/>
                <a:ea typeface="Barlow Semi Condensed"/>
                <a:cs typeface="Barlow Semi Condensed"/>
                <a:sym typeface="Barlow Semi Condensed"/>
              </a:rPr>
              <a:t>AI</a:t>
            </a:r>
            <a:endParaRPr b="0" i="0" sz="2392" u="none" cap="none" strike="noStrike">
              <a:solidFill>
                <a:schemeClr val="dk1"/>
              </a:solidFill>
              <a:latin typeface="Calibri"/>
              <a:ea typeface="Calibri"/>
              <a:cs typeface="Calibri"/>
              <a:sym typeface="Calibri"/>
            </a:endParaRPr>
          </a:p>
        </p:txBody>
      </p:sp>
      <p:sp>
        <p:nvSpPr>
          <p:cNvPr id="230" name="Google Shape;230;p6"/>
          <p:cNvSpPr/>
          <p:nvPr/>
        </p:nvSpPr>
        <p:spPr>
          <a:xfrm>
            <a:off x="11128889" y="5667159"/>
            <a:ext cx="2576700" cy="850800"/>
          </a:xfrm>
          <a:prstGeom prst="rect">
            <a:avLst/>
          </a:prstGeom>
          <a:noFill/>
          <a:ln>
            <a:noFill/>
          </a:ln>
        </p:spPr>
        <p:txBody>
          <a:bodyPr anchorCtr="0" anchor="t" bIns="20250" lIns="20250" spcFirstLastPara="1" rIns="20250" wrap="square" tIns="20250">
            <a:normAutofit/>
          </a:bodyPr>
          <a:lstStyle/>
          <a:p>
            <a:pPr indent="0" lvl="0" marL="0" marR="0" rtl="0" algn="l">
              <a:lnSpc>
                <a:spcPct val="130000"/>
              </a:lnSpc>
              <a:spcBef>
                <a:spcPts val="0"/>
              </a:spcBef>
              <a:spcAft>
                <a:spcPts val="0"/>
              </a:spcAft>
              <a:buClr>
                <a:srgbClr val="6B6B6B"/>
              </a:buClr>
              <a:buSzPts val="1435"/>
              <a:buFont typeface="IBM Plex Sans"/>
              <a:buNone/>
            </a:pPr>
            <a:r>
              <a:rPr b="0" i="0" lang="en-US" sz="1327" u="none" cap="none" strike="noStrike">
                <a:solidFill>
                  <a:srgbClr val="6B6B6B"/>
                </a:solidFill>
                <a:latin typeface="IBM Plex Sans"/>
                <a:ea typeface="IBM Plex Sans"/>
                <a:cs typeface="IBM Plex Sans"/>
                <a:sym typeface="IBM Plex Sans"/>
              </a:rPr>
              <a:t>Applied artificial intelligence — from predictive analytics to generative copilots.</a:t>
            </a:r>
            <a:endParaRPr b="0" i="0" sz="1327" u="none" cap="none" strike="noStrike">
              <a:solidFill>
                <a:schemeClr val="dk1"/>
              </a:solidFill>
              <a:latin typeface="Calibri"/>
              <a:ea typeface="Calibri"/>
              <a:cs typeface="Calibri"/>
              <a:sym typeface="Calibri"/>
            </a:endParaRPr>
          </a:p>
        </p:txBody>
      </p:sp>
      <p:sp>
        <p:nvSpPr>
          <p:cNvPr id="231" name="Google Shape;231;p6"/>
          <p:cNvSpPr/>
          <p:nvPr/>
        </p:nvSpPr>
        <p:spPr>
          <a:xfrm>
            <a:off x="16273224" y="9627870"/>
            <a:ext cx="1100376" cy="33528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AAAAAA"/>
              </a:buClr>
              <a:buSzPts val="1800"/>
              <a:buFont typeface="IBM Plex Mono"/>
              <a:buNone/>
            </a:pPr>
            <a:r>
              <a:rPr b="0" i="0" lang="en-US" sz="1800" u="none" cap="none" strike="noStrike">
                <a:solidFill>
                  <a:srgbClr val="AAAAAA"/>
                </a:solidFill>
                <a:latin typeface="IBM Plex Mono"/>
                <a:ea typeface="IBM Plex Mono"/>
                <a:cs typeface="IBM Plex Mono"/>
                <a:sym typeface="IBM Plex Mono"/>
              </a:rPr>
              <a:t>05 / 19</a:t>
            </a:r>
            <a:endParaRPr b="0" i="0" sz="1800" u="none" cap="none" strike="noStrike">
              <a:solidFill>
                <a:schemeClr val="dk1"/>
              </a:solidFill>
              <a:latin typeface="Calibri"/>
              <a:ea typeface="Calibri"/>
              <a:cs typeface="Calibri"/>
              <a:sym typeface="Calibri"/>
            </a:endParaRPr>
          </a:p>
        </p:txBody>
      </p:sp>
      <p:pic>
        <p:nvPicPr>
          <p:cNvPr descr="preencoded.png" id="232" name="Google Shape;232;p6"/>
          <p:cNvPicPr preferRelativeResize="0"/>
          <p:nvPr/>
        </p:nvPicPr>
        <p:blipFill rotWithShape="1">
          <a:blip r:embed="rId3">
            <a:alphaModFix/>
          </a:blip>
          <a:srcRect b="36060" l="0" r="0" t="31392"/>
          <a:stretch/>
        </p:blipFill>
        <p:spPr>
          <a:xfrm>
            <a:off x="15369710" y="762000"/>
            <a:ext cx="2003891" cy="652225"/>
          </a:xfrm>
          <a:prstGeom prst="rect">
            <a:avLst/>
          </a:prstGeom>
          <a:noFill/>
          <a:ln>
            <a:noFill/>
          </a:ln>
        </p:spPr>
      </p:pic>
      <p:pic>
        <p:nvPicPr>
          <p:cNvPr id="233" name="Google Shape;233;p6"/>
          <p:cNvPicPr preferRelativeResize="0"/>
          <p:nvPr/>
        </p:nvPicPr>
        <p:blipFill rotWithShape="1">
          <a:blip r:embed="rId4">
            <a:alphaModFix/>
          </a:blip>
          <a:srcRect b="0" l="0" r="0" t="0"/>
          <a:stretch/>
        </p:blipFill>
        <p:spPr>
          <a:xfrm>
            <a:off x="11798347" y="2847600"/>
            <a:ext cx="1299154" cy="1299131"/>
          </a:xfrm>
          <a:prstGeom prst="rect">
            <a:avLst/>
          </a:prstGeom>
          <a:noFill/>
          <a:ln>
            <a:noFill/>
          </a:ln>
        </p:spPr>
      </p:pic>
      <p:pic>
        <p:nvPicPr>
          <p:cNvPr id="234" name="Google Shape;234;p6" title="aggregate.png"/>
          <p:cNvPicPr preferRelativeResize="0"/>
          <p:nvPr/>
        </p:nvPicPr>
        <p:blipFill rotWithShape="1">
          <a:blip r:embed="rId5">
            <a:alphaModFix/>
          </a:blip>
          <a:srcRect b="0" l="0" r="0" t="0"/>
          <a:stretch/>
        </p:blipFill>
        <p:spPr>
          <a:xfrm>
            <a:off x="5190527" y="2849287"/>
            <a:ext cx="1299173" cy="1299173"/>
          </a:xfrm>
          <a:prstGeom prst="rect">
            <a:avLst/>
          </a:prstGeom>
          <a:noFill/>
          <a:ln>
            <a:noFill/>
          </a:ln>
        </p:spPr>
      </p:pic>
      <p:pic>
        <p:nvPicPr>
          <p:cNvPr id="235" name="Google Shape;235;p6"/>
          <p:cNvPicPr preferRelativeResize="0"/>
          <p:nvPr/>
        </p:nvPicPr>
        <p:blipFill rotWithShape="1">
          <a:blip r:embed="rId6">
            <a:alphaModFix/>
          </a:blip>
          <a:srcRect b="0" l="0" r="0" t="0"/>
          <a:stretch/>
        </p:blipFill>
        <p:spPr>
          <a:xfrm>
            <a:off x="1886623" y="2887841"/>
            <a:ext cx="1299173" cy="1299173"/>
          </a:xfrm>
          <a:prstGeom prst="rect">
            <a:avLst/>
          </a:prstGeom>
          <a:noFill/>
          <a:ln>
            <a:noFill/>
          </a:ln>
        </p:spPr>
      </p:pic>
      <p:pic>
        <p:nvPicPr>
          <p:cNvPr id="236" name="Google Shape;236;p6"/>
          <p:cNvPicPr preferRelativeResize="0"/>
          <p:nvPr/>
        </p:nvPicPr>
        <p:blipFill rotWithShape="1">
          <a:blip r:embed="rId7">
            <a:alphaModFix/>
          </a:blip>
          <a:srcRect b="0" l="0" r="0" t="0"/>
          <a:stretch/>
        </p:blipFill>
        <p:spPr>
          <a:xfrm>
            <a:off x="8494432" y="2795791"/>
            <a:ext cx="1299173" cy="1299173"/>
          </a:xfrm>
          <a:prstGeom prst="rect">
            <a:avLst/>
          </a:prstGeom>
          <a:noFill/>
          <a:ln>
            <a:noFill/>
          </a:ln>
        </p:spPr>
      </p:pic>
      <p:sp>
        <p:nvSpPr>
          <p:cNvPr id="237" name="Google Shape;237;p6"/>
          <p:cNvSpPr/>
          <p:nvPr/>
        </p:nvSpPr>
        <p:spPr>
          <a:xfrm>
            <a:off x="14206257" y="2526679"/>
            <a:ext cx="3091200" cy="4546200"/>
          </a:xfrm>
          <a:prstGeom prst="roundRect">
            <a:avLst>
              <a:gd fmla="val 2948" name="adj"/>
            </a:avLst>
          </a:prstGeom>
          <a:solidFill>
            <a:schemeClr val="accent2"/>
          </a:solidFill>
          <a:ln>
            <a:noFill/>
          </a:ln>
        </p:spPr>
        <p:txBody>
          <a:bodyPr anchorCtr="0" anchor="ctr" bIns="72875" lIns="72875" spcFirstLastPara="1" rIns="72875" wrap="square" tIns="72875">
            <a:noAutofit/>
          </a:bodyPr>
          <a:lstStyle/>
          <a:p>
            <a:pPr indent="0" lvl="0" marL="0" marR="0" rtl="0" algn="l">
              <a:lnSpc>
                <a:spcPct val="100000"/>
              </a:lnSpc>
              <a:spcBef>
                <a:spcPts val="0"/>
              </a:spcBef>
              <a:spcAft>
                <a:spcPts val="0"/>
              </a:spcAft>
              <a:buClr>
                <a:srgbClr val="000000"/>
              </a:buClr>
              <a:buSzPts val="1116"/>
              <a:buFont typeface="Arial"/>
              <a:buNone/>
            </a:pPr>
            <a:r>
              <a:t/>
            </a:r>
            <a:endParaRPr b="0" i="0" sz="1116" u="none" cap="none" strike="noStrike">
              <a:solidFill>
                <a:srgbClr val="000000"/>
              </a:solidFill>
              <a:latin typeface="Arial"/>
              <a:ea typeface="Arial"/>
              <a:cs typeface="Arial"/>
              <a:sym typeface="Arial"/>
            </a:endParaRPr>
          </a:p>
        </p:txBody>
      </p:sp>
      <p:sp>
        <p:nvSpPr>
          <p:cNvPr id="238" name="Google Shape;238;p6"/>
          <p:cNvSpPr/>
          <p:nvPr/>
        </p:nvSpPr>
        <p:spPr>
          <a:xfrm>
            <a:off x="14472347" y="4902125"/>
            <a:ext cx="2589600" cy="249000"/>
          </a:xfrm>
          <a:prstGeom prst="rect">
            <a:avLst/>
          </a:prstGeom>
          <a:noFill/>
          <a:ln>
            <a:noFill/>
          </a:ln>
        </p:spPr>
        <p:txBody>
          <a:bodyPr anchorCtr="0" anchor="t" bIns="20250" lIns="20250" spcFirstLastPara="1" rIns="20250" wrap="square" tIns="20250">
            <a:noAutofit/>
          </a:bodyPr>
          <a:lstStyle/>
          <a:p>
            <a:pPr indent="0" lvl="0" marL="0" marR="0" rtl="0" algn="l">
              <a:lnSpc>
                <a:spcPct val="100000"/>
              </a:lnSpc>
              <a:spcBef>
                <a:spcPts val="0"/>
              </a:spcBef>
              <a:spcAft>
                <a:spcPts val="0"/>
              </a:spcAft>
              <a:buClr>
                <a:srgbClr val="F7894A"/>
              </a:buClr>
              <a:buSzPts val="1435"/>
              <a:buFont typeface="Barlow Semi Condensed"/>
              <a:buNone/>
            </a:pPr>
            <a:r>
              <a:rPr b="1" i="0" lang="en-US" sz="1435" u="none" cap="none" strike="noStrike">
                <a:solidFill>
                  <a:schemeClr val="dk1"/>
                </a:solidFill>
                <a:latin typeface="Barlow Semi Condensed"/>
                <a:ea typeface="Barlow Semi Condensed"/>
                <a:cs typeface="Barlow Semi Condensed"/>
                <a:sym typeface="Barlow Semi Condensed"/>
              </a:rPr>
              <a:t>05</a:t>
            </a:r>
            <a:endParaRPr b="0" i="0" sz="1435" u="none" cap="none" strike="noStrike">
              <a:solidFill>
                <a:schemeClr val="dk1"/>
              </a:solidFill>
              <a:latin typeface="Calibri"/>
              <a:ea typeface="Calibri"/>
              <a:cs typeface="Calibri"/>
              <a:sym typeface="Calibri"/>
            </a:endParaRPr>
          </a:p>
        </p:txBody>
      </p:sp>
      <p:sp>
        <p:nvSpPr>
          <p:cNvPr id="239" name="Google Shape;239;p6"/>
          <p:cNvSpPr/>
          <p:nvPr/>
        </p:nvSpPr>
        <p:spPr>
          <a:xfrm>
            <a:off x="14441787" y="5202849"/>
            <a:ext cx="2589600" cy="395100"/>
          </a:xfrm>
          <a:prstGeom prst="rect">
            <a:avLst/>
          </a:prstGeom>
          <a:noFill/>
          <a:ln>
            <a:noFill/>
          </a:ln>
        </p:spPr>
        <p:txBody>
          <a:bodyPr anchorCtr="0" anchor="t" bIns="20250" lIns="20250" spcFirstLastPara="1" rIns="20250" wrap="square" tIns="20250">
            <a:noAutofit/>
          </a:bodyPr>
          <a:lstStyle/>
          <a:p>
            <a:pPr indent="0" lvl="0" marL="0" marR="0" rtl="0" algn="l">
              <a:lnSpc>
                <a:spcPct val="100000"/>
              </a:lnSpc>
              <a:spcBef>
                <a:spcPts val="0"/>
              </a:spcBef>
              <a:spcAft>
                <a:spcPts val="0"/>
              </a:spcAft>
              <a:buClr>
                <a:srgbClr val="FFFFFF"/>
              </a:buClr>
              <a:buSzPts val="2392"/>
              <a:buFont typeface="Barlow Semi Condensed"/>
              <a:buNone/>
            </a:pPr>
            <a:r>
              <a:rPr b="1" i="0" lang="en-US" sz="2392" u="none" cap="none" strike="noStrike">
                <a:solidFill>
                  <a:srgbClr val="FFFFFF"/>
                </a:solidFill>
                <a:latin typeface="Barlow Semi Condensed"/>
                <a:ea typeface="Barlow Semi Condensed"/>
                <a:cs typeface="Barlow Semi Condensed"/>
                <a:sym typeface="Barlow Semi Condensed"/>
              </a:rPr>
              <a:t>DevSecOps</a:t>
            </a:r>
            <a:endParaRPr b="0" i="0" sz="2392" u="none" cap="none" strike="noStrike">
              <a:solidFill>
                <a:schemeClr val="dk1"/>
              </a:solidFill>
              <a:latin typeface="Calibri"/>
              <a:ea typeface="Calibri"/>
              <a:cs typeface="Calibri"/>
              <a:sym typeface="Calibri"/>
            </a:endParaRPr>
          </a:p>
        </p:txBody>
      </p:sp>
      <p:sp>
        <p:nvSpPr>
          <p:cNvPr id="240" name="Google Shape;240;p6"/>
          <p:cNvSpPr/>
          <p:nvPr/>
        </p:nvSpPr>
        <p:spPr>
          <a:xfrm>
            <a:off x="14441787" y="5673751"/>
            <a:ext cx="2589600" cy="850800"/>
          </a:xfrm>
          <a:prstGeom prst="rect">
            <a:avLst/>
          </a:prstGeom>
          <a:noFill/>
          <a:ln>
            <a:noFill/>
          </a:ln>
        </p:spPr>
        <p:txBody>
          <a:bodyPr anchorCtr="0" anchor="t" bIns="20250" lIns="20250" spcFirstLastPara="1" rIns="20250" wrap="square" tIns="20250">
            <a:noAutofit/>
          </a:bodyPr>
          <a:lstStyle/>
          <a:p>
            <a:pPr indent="0" lvl="0" marL="0" marR="0" rtl="0" algn="l">
              <a:lnSpc>
                <a:spcPct val="150000"/>
              </a:lnSpc>
              <a:spcBef>
                <a:spcPts val="0"/>
              </a:spcBef>
              <a:spcAft>
                <a:spcPts val="0"/>
              </a:spcAft>
              <a:buClr>
                <a:srgbClr val="FFFFFF"/>
              </a:buClr>
              <a:buSzPts val="1435"/>
              <a:buFont typeface="IBM Plex Sans"/>
              <a:buNone/>
            </a:pPr>
            <a:r>
              <a:rPr b="0" i="0" lang="en-US" sz="1435" u="none" cap="none" strike="noStrike">
                <a:solidFill>
                  <a:srgbClr val="FFFFFF"/>
                </a:solidFill>
                <a:latin typeface="IBM Plex Sans"/>
                <a:ea typeface="IBM Plex Sans"/>
                <a:cs typeface="IBM Plex Sans"/>
                <a:sym typeface="IBM Plex Sans"/>
              </a:rPr>
              <a:t>Automated, shift-left security — integrating robust protection seamlessly into the continuous delivery pipeline.</a:t>
            </a:r>
            <a:endParaRPr b="0" i="0" sz="1435" u="none" cap="none" strike="noStrike">
              <a:solidFill>
                <a:schemeClr val="dk1"/>
              </a:solidFill>
              <a:latin typeface="Calibri"/>
              <a:ea typeface="Calibri"/>
              <a:cs typeface="Calibri"/>
              <a:sym typeface="Calibri"/>
            </a:endParaRPr>
          </a:p>
        </p:txBody>
      </p:sp>
      <p:pic>
        <p:nvPicPr>
          <p:cNvPr id="241" name="Google Shape;241;p6" title="Gemini_Generated_Image_kmznv0kmznv0kmzn (1).png"/>
          <p:cNvPicPr preferRelativeResize="0"/>
          <p:nvPr/>
        </p:nvPicPr>
        <p:blipFill rotWithShape="1">
          <a:blip r:embed="rId8">
            <a:alphaModFix/>
          </a:blip>
          <a:srcRect b="0" l="0" r="0" t="0"/>
          <a:stretch/>
        </p:blipFill>
        <p:spPr>
          <a:xfrm>
            <a:off x="14619387" y="2959937"/>
            <a:ext cx="2295501" cy="12991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246" name="Shape 246"/>
        <p:cNvGrpSpPr/>
        <p:nvPr/>
      </p:nvGrpSpPr>
      <p:grpSpPr>
        <a:xfrm>
          <a:off x="0" y="0"/>
          <a:ext cx="0" cy="0"/>
          <a:chOff x="0" y="0"/>
          <a:chExt cx="0" cy="0"/>
        </a:xfrm>
      </p:grpSpPr>
      <p:sp>
        <p:nvSpPr>
          <p:cNvPr id="247" name="Google Shape;247;g3ea228b06ea_0_1"/>
          <p:cNvSpPr/>
          <p:nvPr/>
        </p:nvSpPr>
        <p:spPr>
          <a:xfrm>
            <a:off x="990600" y="1993344"/>
            <a:ext cx="16306800" cy="22800"/>
          </a:xfrm>
          <a:prstGeom prst="rect">
            <a:avLst/>
          </a:prstGeom>
          <a:solidFill>
            <a:srgbClr val="F265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g3ea228b06ea_0_1"/>
          <p:cNvSpPr/>
          <p:nvPr/>
        </p:nvSpPr>
        <p:spPr>
          <a:xfrm>
            <a:off x="990600" y="762000"/>
            <a:ext cx="4716600" cy="312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26522"/>
              </a:buClr>
              <a:buSzPts val="1800"/>
              <a:buFont typeface="Barlow Semi Condensed"/>
              <a:buNone/>
            </a:pPr>
            <a:r>
              <a:rPr b="1" i="0" lang="en-US" sz="1800" u="none" cap="none" strike="noStrike">
                <a:solidFill>
                  <a:srgbClr val="F26522"/>
                </a:solidFill>
                <a:latin typeface="Barlow Semi Condensed"/>
                <a:ea typeface="Barlow Semi Condensed"/>
                <a:cs typeface="Barlow Semi Condensed"/>
                <a:sym typeface="Barlow Semi Condensed"/>
              </a:rPr>
              <a:t>END-TO-END CAPABILITY</a:t>
            </a:r>
            <a:endParaRPr b="0" i="0" sz="1800" u="none" cap="none" strike="noStrike">
              <a:solidFill>
                <a:schemeClr val="dk1"/>
              </a:solidFill>
              <a:latin typeface="Calibri"/>
              <a:ea typeface="Calibri"/>
              <a:cs typeface="Calibri"/>
              <a:sym typeface="Calibri"/>
            </a:endParaRPr>
          </a:p>
        </p:txBody>
      </p:sp>
      <p:sp>
        <p:nvSpPr>
          <p:cNvPr id="249" name="Google Shape;249;g3ea228b06ea_0_1"/>
          <p:cNvSpPr/>
          <p:nvPr/>
        </p:nvSpPr>
        <p:spPr>
          <a:xfrm>
            <a:off x="990600" y="1169670"/>
            <a:ext cx="4716600" cy="652200"/>
          </a:xfrm>
          <a:prstGeom prst="rect">
            <a:avLst/>
          </a:prstGeom>
          <a:noFill/>
          <a:ln>
            <a:noFill/>
          </a:ln>
        </p:spPr>
        <p:txBody>
          <a:bodyPr anchorCtr="0" anchor="t" bIns="25400" lIns="25400" spcFirstLastPara="1" rIns="25400" wrap="square" tIns="25400">
            <a:noAutofit/>
          </a:bodyPr>
          <a:lstStyle/>
          <a:p>
            <a:pPr indent="0" lvl="0" marL="0" marR="0" rtl="0" algn="l">
              <a:lnSpc>
                <a:spcPct val="104000"/>
              </a:lnSpc>
              <a:spcBef>
                <a:spcPts val="0"/>
              </a:spcBef>
              <a:spcAft>
                <a:spcPts val="0"/>
              </a:spcAft>
              <a:buClr>
                <a:srgbClr val="2D2D2D"/>
              </a:buClr>
              <a:buSzPts val="4650"/>
              <a:buFont typeface="Barlow Semi Condensed"/>
              <a:buNone/>
            </a:pPr>
            <a:r>
              <a:rPr b="1" i="0" lang="en-US" sz="4200" u="none" cap="none" strike="noStrike">
                <a:solidFill>
                  <a:srgbClr val="2D2D2D"/>
                </a:solidFill>
                <a:latin typeface="Barlow Semi Condensed"/>
                <a:ea typeface="Barlow Semi Condensed"/>
                <a:cs typeface="Barlow Semi Condensed"/>
                <a:sym typeface="Barlow Semi Condensed"/>
              </a:rPr>
              <a:t>Solution Landscape</a:t>
            </a:r>
            <a:endParaRPr b="0" i="0" sz="4200" u="none" cap="none" strike="noStrike">
              <a:solidFill>
                <a:schemeClr val="dk1"/>
              </a:solidFill>
              <a:latin typeface="Calibri"/>
              <a:ea typeface="Calibri"/>
              <a:cs typeface="Calibri"/>
              <a:sym typeface="Calibri"/>
            </a:endParaRPr>
          </a:p>
        </p:txBody>
      </p:sp>
      <p:pic>
        <p:nvPicPr>
          <p:cNvPr descr="preencoded.png" id="250" name="Google Shape;250;g3ea228b06ea_0_1"/>
          <p:cNvPicPr preferRelativeResize="0"/>
          <p:nvPr/>
        </p:nvPicPr>
        <p:blipFill rotWithShape="1">
          <a:blip r:embed="rId3">
            <a:alphaModFix/>
          </a:blip>
          <a:srcRect b="36060" l="0" r="0" t="31392"/>
          <a:stretch/>
        </p:blipFill>
        <p:spPr>
          <a:xfrm>
            <a:off x="15369710" y="762000"/>
            <a:ext cx="2003891" cy="652225"/>
          </a:xfrm>
          <a:prstGeom prst="rect">
            <a:avLst/>
          </a:prstGeom>
          <a:noFill/>
          <a:ln>
            <a:noFill/>
          </a:ln>
        </p:spPr>
      </p:pic>
      <p:sp>
        <p:nvSpPr>
          <p:cNvPr id="251" name="Google Shape;251;g3ea228b06ea_0_1"/>
          <p:cNvSpPr/>
          <p:nvPr/>
        </p:nvSpPr>
        <p:spPr>
          <a:xfrm>
            <a:off x="16273224" y="9627870"/>
            <a:ext cx="1100400" cy="335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AAAAAA"/>
              </a:buClr>
              <a:buSzPts val="1800"/>
              <a:buFont typeface="IBM Plex Mono"/>
              <a:buNone/>
            </a:pPr>
            <a:r>
              <a:rPr b="0" i="0" lang="en-US" sz="1800" u="none" cap="none" strike="noStrike">
                <a:solidFill>
                  <a:srgbClr val="AAAAAA"/>
                </a:solidFill>
                <a:latin typeface="IBM Plex Mono"/>
                <a:ea typeface="IBM Plex Mono"/>
                <a:cs typeface="IBM Plex Mono"/>
                <a:sym typeface="IBM Plex Mono"/>
              </a:rPr>
              <a:t>06 / 19</a:t>
            </a:r>
            <a:endParaRPr/>
          </a:p>
        </p:txBody>
      </p:sp>
      <p:sp>
        <p:nvSpPr>
          <p:cNvPr id="252" name="Google Shape;252;g3ea228b06ea_0_1"/>
          <p:cNvSpPr/>
          <p:nvPr/>
        </p:nvSpPr>
        <p:spPr>
          <a:xfrm>
            <a:off x="1576213" y="2113074"/>
            <a:ext cx="3577800" cy="2197800"/>
          </a:xfrm>
          <a:prstGeom prst="roundRect">
            <a:avLst>
              <a:gd fmla="val 16667" name="adj"/>
            </a:avLst>
          </a:prstGeom>
          <a:solidFill>
            <a:srgbClr val="FFFFFF"/>
          </a:solidFill>
          <a:ln cap="flat" cmpd="sng" w="38525">
            <a:solidFill>
              <a:srgbClr val="FF9916"/>
            </a:solidFill>
            <a:prstDash val="solid"/>
            <a:round/>
            <a:headEnd len="sm" w="sm" type="none"/>
            <a:tailEnd len="sm" w="sm" type="none"/>
          </a:ln>
        </p:spPr>
        <p:txBody>
          <a:bodyPr anchorCtr="0" anchor="ctr" bIns="92525" lIns="92525" spcFirstLastPara="1" rIns="92525" wrap="square" tIns="92525">
            <a:noAutofit/>
          </a:bodyPr>
          <a:lstStyle/>
          <a:p>
            <a:pPr indent="0" lvl="0" marL="0" marR="0" rtl="0" algn="ctr">
              <a:lnSpc>
                <a:spcPct val="100000"/>
              </a:lnSpc>
              <a:spcBef>
                <a:spcPts val="0"/>
              </a:spcBef>
              <a:spcAft>
                <a:spcPts val="0"/>
              </a:spcAft>
              <a:buClr>
                <a:srgbClr val="000000"/>
              </a:buClr>
              <a:buSzPts val="1417"/>
              <a:buFont typeface="Arial"/>
              <a:buNone/>
            </a:pPr>
            <a:r>
              <a:t/>
            </a:r>
            <a:endParaRPr b="0" i="0" sz="1415" u="none" cap="none" strike="noStrike">
              <a:solidFill>
                <a:srgbClr val="000000"/>
              </a:solidFill>
              <a:latin typeface="Calibri"/>
              <a:ea typeface="Calibri"/>
              <a:cs typeface="Calibri"/>
              <a:sym typeface="Calibri"/>
            </a:endParaRPr>
          </a:p>
        </p:txBody>
      </p:sp>
      <p:sp>
        <p:nvSpPr>
          <p:cNvPr id="253" name="Google Shape;253;g3ea228b06ea_0_1"/>
          <p:cNvSpPr/>
          <p:nvPr/>
        </p:nvSpPr>
        <p:spPr>
          <a:xfrm>
            <a:off x="1576349" y="4439928"/>
            <a:ext cx="3577800" cy="1401600"/>
          </a:xfrm>
          <a:prstGeom prst="roundRect">
            <a:avLst>
              <a:gd fmla="val 16667" name="adj"/>
            </a:avLst>
          </a:prstGeom>
          <a:solidFill>
            <a:srgbClr val="FFFFFF"/>
          </a:solidFill>
          <a:ln cap="flat" cmpd="sng" w="26600">
            <a:solidFill>
              <a:srgbClr val="FF9916"/>
            </a:solidFill>
            <a:prstDash val="solid"/>
            <a:round/>
            <a:headEnd len="sm" w="sm" type="none"/>
            <a:tailEnd len="sm" w="sm" type="none"/>
          </a:ln>
        </p:spPr>
        <p:txBody>
          <a:bodyPr anchorCtr="0" anchor="ctr" bIns="63875" lIns="63875" spcFirstLastPara="1" rIns="63875" wrap="square" tIns="63875">
            <a:noAutofit/>
          </a:bodyPr>
          <a:lstStyle/>
          <a:p>
            <a:pPr indent="0" lvl="0" marL="0" marR="0" rtl="0" algn="ctr">
              <a:lnSpc>
                <a:spcPct val="100000"/>
              </a:lnSpc>
              <a:spcBef>
                <a:spcPts val="0"/>
              </a:spcBef>
              <a:spcAft>
                <a:spcPts val="0"/>
              </a:spcAft>
              <a:buClr>
                <a:srgbClr val="000000"/>
              </a:buClr>
              <a:buSzPts val="978"/>
              <a:buFont typeface="Arial"/>
              <a:buNone/>
            </a:pPr>
            <a:r>
              <a:t/>
            </a:r>
            <a:endParaRPr b="0" i="0" sz="976" u="none" cap="none" strike="noStrike">
              <a:solidFill>
                <a:srgbClr val="000000"/>
              </a:solidFill>
              <a:latin typeface="Calibri"/>
              <a:ea typeface="Calibri"/>
              <a:cs typeface="Calibri"/>
              <a:sym typeface="Calibri"/>
            </a:endParaRPr>
          </a:p>
        </p:txBody>
      </p:sp>
      <p:sp>
        <p:nvSpPr>
          <p:cNvPr id="254" name="Google Shape;254;g3ea228b06ea_0_1"/>
          <p:cNvSpPr/>
          <p:nvPr/>
        </p:nvSpPr>
        <p:spPr>
          <a:xfrm>
            <a:off x="5494111" y="2113050"/>
            <a:ext cx="2538900" cy="2197800"/>
          </a:xfrm>
          <a:prstGeom prst="roundRect">
            <a:avLst>
              <a:gd fmla="val 16667" name="adj"/>
            </a:avLst>
          </a:prstGeom>
          <a:solidFill>
            <a:srgbClr val="FFFFFF"/>
          </a:solidFill>
          <a:ln cap="flat" cmpd="sng" w="38525">
            <a:solidFill>
              <a:srgbClr val="FF9916"/>
            </a:solidFill>
            <a:prstDash val="solid"/>
            <a:round/>
            <a:headEnd len="sm" w="sm" type="none"/>
            <a:tailEnd len="sm" w="sm" type="none"/>
          </a:ln>
        </p:spPr>
        <p:txBody>
          <a:bodyPr anchorCtr="0" anchor="ctr" bIns="92525" lIns="92525" spcFirstLastPara="1" rIns="92525" wrap="square" tIns="92525">
            <a:noAutofit/>
          </a:bodyPr>
          <a:lstStyle/>
          <a:p>
            <a:pPr indent="0" lvl="0" marL="0" marR="0" rtl="0" algn="ctr">
              <a:lnSpc>
                <a:spcPct val="100000"/>
              </a:lnSpc>
              <a:spcBef>
                <a:spcPts val="0"/>
              </a:spcBef>
              <a:spcAft>
                <a:spcPts val="0"/>
              </a:spcAft>
              <a:buClr>
                <a:srgbClr val="000000"/>
              </a:buClr>
              <a:buSzPts val="1417"/>
              <a:buFont typeface="Arial"/>
              <a:buNone/>
            </a:pPr>
            <a:r>
              <a:t/>
            </a:r>
            <a:endParaRPr b="0" i="0" sz="1415" u="none" cap="none" strike="noStrike">
              <a:solidFill>
                <a:srgbClr val="000000"/>
              </a:solidFill>
              <a:latin typeface="Calibri"/>
              <a:ea typeface="Calibri"/>
              <a:cs typeface="Calibri"/>
              <a:sym typeface="Calibri"/>
            </a:endParaRPr>
          </a:p>
        </p:txBody>
      </p:sp>
      <p:sp>
        <p:nvSpPr>
          <p:cNvPr id="255" name="Google Shape;255;g3ea228b06ea_0_1"/>
          <p:cNvSpPr/>
          <p:nvPr/>
        </p:nvSpPr>
        <p:spPr>
          <a:xfrm>
            <a:off x="5514234" y="2138620"/>
            <a:ext cx="2498700" cy="477300"/>
          </a:xfrm>
          <a:prstGeom prst="roundRect">
            <a:avLst>
              <a:gd fmla="val 50000" name="adj"/>
            </a:avLst>
          </a:prstGeom>
          <a:solidFill>
            <a:srgbClr val="FF9916"/>
          </a:solidFill>
          <a:ln cap="flat" cmpd="sng" w="26600">
            <a:solidFill>
              <a:srgbClr val="FF9916"/>
            </a:solidFill>
            <a:prstDash val="solid"/>
            <a:round/>
            <a:headEnd len="sm" w="sm" type="none"/>
            <a:tailEnd len="sm" w="sm" type="none"/>
          </a:ln>
        </p:spPr>
        <p:txBody>
          <a:bodyPr anchorCtr="0" anchor="ctr" bIns="63875" lIns="63875" spcFirstLastPara="1" rIns="63875" wrap="square" tIns="63875">
            <a:noAutofit/>
          </a:bodyPr>
          <a:lstStyle/>
          <a:p>
            <a:pPr indent="0" lvl="0" marL="0" marR="0" rtl="0" algn="ctr">
              <a:lnSpc>
                <a:spcPct val="100000"/>
              </a:lnSpc>
              <a:spcBef>
                <a:spcPts val="0"/>
              </a:spcBef>
              <a:spcAft>
                <a:spcPts val="0"/>
              </a:spcAft>
              <a:buClr>
                <a:srgbClr val="000000"/>
              </a:buClr>
              <a:buSzPts val="2446"/>
              <a:buFont typeface="Arial"/>
              <a:buNone/>
            </a:pPr>
            <a:r>
              <a:rPr b="1" i="0" lang="en-US" sz="1819" u="none" cap="none" strike="noStrike">
                <a:solidFill>
                  <a:srgbClr val="FFFFFF"/>
                </a:solidFill>
                <a:latin typeface="Ubuntu"/>
                <a:ea typeface="Ubuntu"/>
                <a:cs typeface="Ubuntu"/>
                <a:sym typeface="Ubuntu"/>
              </a:rPr>
              <a:t>Virtualization</a:t>
            </a:r>
            <a:endParaRPr b="1" i="0" sz="1819" u="none" cap="none" strike="noStrike">
              <a:solidFill>
                <a:srgbClr val="FFFFFF"/>
              </a:solidFill>
              <a:latin typeface="Ubuntu"/>
              <a:ea typeface="Ubuntu"/>
              <a:cs typeface="Ubuntu"/>
              <a:sym typeface="Ubuntu"/>
            </a:endParaRPr>
          </a:p>
        </p:txBody>
      </p:sp>
      <p:sp>
        <p:nvSpPr>
          <p:cNvPr id="256" name="Google Shape;256;g3ea228b06ea_0_1"/>
          <p:cNvSpPr/>
          <p:nvPr/>
        </p:nvSpPr>
        <p:spPr>
          <a:xfrm>
            <a:off x="14944013" y="6690113"/>
            <a:ext cx="1516072" cy="271814"/>
          </a:xfrm>
          <a:custGeom>
            <a:rect b="b" l="l" r="r" t="t"/>
            <a:pathLst>
              <a:path extrusionOk="0" h="614270" w="3485222">
                <a:moveTo>
                  <a:pt x="0" y="0"/>
                </a:moveTo>
                <a:lnTo>
                  <a:pt x="3485222" y="0"/>
                </a:lnTo>
                <a:lnTo>
                  <a:pt x="3485222" y="614270"/>
                </a:lnTo>
                <a:lnTo>
                  <a:pt x="0" y="61427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7" name="Google Shape;257;g3ea228b06ea_0_1"/>
          <p:cNvSpPr/>
          <p:nvPr/>
        </p:nvSpPr>
        <p:spPr>
          <a:xfrm>
            <a:off x="1604570" y="2138644"/>
            <a:ext cx="3521400" cy="477300"/>
          </a:xfrm>
          <a:prstGeom prst="roundRect">
            <a:avLst>
              <a:gd fmla="val 50000" name="adj"/>
            </a:avLst>
          </a:prstGeom>
          <a:solidFill>
            <a:srgbClr val="FF9916"/>
          </a:solidFill>
          <a:ln cap="flat" cmpd="sng" w="26600">
            <a:solidFill>
              <a:srgbClr val="FF9916"/>
            </a:solidFill>
            <a:prstDash val="solid"/>
            <a:round/>
            <a:headEnd len="sm" w="sm" type="none"/>
            <a:tailEnd len="sm" w="sm" type="none"/>
          </a:ln>
        </p:spPr>
        <p:txBody>
          <a:bodyPr anchorCtr="0" anchor="ctr" bIns="63875" lIns="63875" spcFirstLastPara="1" rIns="63875" wrap="square" tIns="63875">
            <a:noAutofit/>
          </a:bodyPr>
          <a:lstStyle/>
          <a:p>
            <a:pPr indent="0" lvl="0" marL="0" marR="0" rtl="0" algn="ctr">
              <a:lnSpc>
                <a:spcPct val="100000"/>
              </a:lnSpc>
              <a:spcBef>
                <a:spcPts val="0"/>
              </a:spcBef>
              <a:spcAft>
                <a:spcPts val="0"/>
              </a:spcAft>
              <a:buClr>
                <a:srgbClr val="000000"/>
              </a:buClr>
              <a:buSzPts val="2446"/>
              <a:buFont typeface="Arial"/>
              <a:buNone/>
            </a:pPr>
            <a:r>
              <a:rPr b="1" i="0" lang="en-US" sz="1819" u="none" cap="none" strike="noStrike">
                <a:solidFill>
                  <a:srgbClr val="FFFFFF"/>
                </a:solidFill>
                <a:latin typeface="Ubuntu"/>
                <a:ea typeface="Ubuntu"/>
                <a:cs typeface="Ubuntu"/>
                <a:sym typeface="Ubuntu"/>
              </a:rPr>
              <a:t>Server</a:t>
            </a:r>
            <a:endParaRPr b="1" i="0" sz="1819" u="none" cap="none" strike="noStrike">
              <a:solidFill>
                <a:srgbClr val="FFFFFF"/>
              </a:solidFill>
              <a:latin typeface="Ubuntu"/>
              <a:ea typeface="Ubuntu"/>
              <a:cs typeface="Ubuntu"/>
              <a:sym typeface="Ubuntu"/>
            </a:endParaRPr>
          </a:p>
        </p:txBody>
      </p:sp>
      <p:sp>
        <p:nvSpPr>
          <p:cNvPr id="258" name="Google Shape;258;g3ea228b06ea_0_1"/>
          <p:cNvSpPr/>
          <p:nvPr/>
        </p:nvSpPr>
        <p:spPr>
          <a:xfrm>
            <a:off x="1585359" y="4448741"/>
            <a:ext cx="3577800" cy="440400"/>
          </a:xfrm>
          <a:prstGeom prst="roundRect">
            <a:avLst>
              <a:gd fmla="val 50000" name="adj"/>
            </a:avLst>
          </a:prstGeom>
          <a:solidFill>
            <a:srgbClr val="FF9916"/>
          </a:solidFill>
          <a:ln cap="flat" cmpd="sng" w="26600">
            <a:solidFill>
              <a:srgbClr val="FF9916"/>
            </a:solidFill>
            <a:prstDash val="solid"/>
            <a:round/>
            <a:headEnd len="sm" w="sm" type="none"/>
            <a:tailEnd len="sm" w="sm" type="none"/>
          </a:ln>
        </p:spPr>
        <p:txBody>
          <a:bodyPr anchorCtr="0" anchor="ctr" bIns="63875" lIns="63875" spcFirstLastPara="1" rIns="63875" wrap="square" tIns="63875">
            <a:noAutofit/>
          </a:bodyPr>
          <a:lstStyle/>
          <a:p>
            <a:pPr indent="0" lvl="0" marL="0" marR="0" rtl="0" algn="ctr">
              <a:lnSpc>
                <a:spcPct val="100000"/>
              </a:lnSpc>
              <a:spcBef>
                <a:spcPts val="0"/>
              </a:spcBef>
              <a:spcAft>
                <a:spcPts val="0"/>
              </a:spcAft>
              <a:buClr>
                <a:srgbClr val="000000"/>
              </a:buClr>
              <a:buSzPts val="1817"/>
              <a:buFont typeface="Arial"/>
              <a:buNone/>
            </a:pPr>
            <a:r>
              <a:rPr b="1" i="0" lang="en-US" sz="1816" u="none" cap="none" strike="noStrike">
                <a:solidFill>
                  <a:srgbClr val="FFFFFF"/>
                </a:solidFill>
                <a:latin typeface="Ubuntu"/>
                <a:ea typeface="Ubuntu"/>
                <a:cs typeface="Ubuntu"/>
                <a:sym typeface="Ubuntu"/>
              </a:rPr>
              <a:t>Backup and Recovery</a:t>
            </a:r>
            <a:endParaRPr b="1" i="0" sz="2132" u="none" cap="none" strike="noStrike">
              <a:solidFill>
                <a:srgbClr val="FFFFFF"/>
              </a:solidFill>
              <a:latin typeface="Ubuntu"/>
              <a:ea typeface="Ubuntu"/>
              <a:cs typeface="Ubuntu"/>
              <a:sym typeface="Ubuntu"/>
            </a:endParaRPr>
          </a:p>
        </p:txBody>
      </p:sp>
      <p:pic>
        <p:nvPicPr>
          <p:cNvPr id="259" name="Google Shape;259;g3ea228b06ea_0_1"/>
          <p:cNvPicPr preferRelativeResize="0"/>
          <p:nvPr/>
        </p:nvPicPr>
        <p:blipFill rotWithShape="1">
          <a:blip r:embed="rId5">
            <a:alphaModFix/>
          </a:blip>
          <a:srcRect b="0" l="0" r="0" t="0"/>
          <a:stretch/>
        </p:blipFill>
        <p:spPr>
          <a:xfrm>
            <a:off x="3681918" y="5039619"/>
            <a:ext cx="1193820" cy="341585"/>
          </a:xfrm>
          <a:prstGeom prst="rect">
            <a:avLst/>
          </a:prstGeom>
          <a:noFill/>
          <a:ln>
            <a:noFill/>
          </a:ln>
        </p:spPr>
      </p:pic>
      <p:pic>
        <p:nvPicPr>
          <p:cNvPr id="260" name="Google Shape;260;g3ea228b06ea_0_1"/>
          <p:cNvPicPr preferRelativeResize="0"/>
          <p:nvPr/>
        </p:nvPicPr>
        <p:blipFill rotWithShape="1">
          <a:blip r:embed="rId6">
            <a:alphaModFix/>
          </a:blip>
          <a:srcRect b="0" l="0" r="0" t="0"/>
          <a:stretch/>
        </p:blipFill>
        <p:spPr>
          <a:xfrm>
            <a:off x="1743949" y="5091357"/>
            <a:ext cx="1725284" cy="192844"/>
          </a:xfrm>
          <a:prstGeom prst="rect">
            <a:avLst/>
          </a:prstGeom>
          <a:noFill/>
          <a:ln>
            <a:noFill/>
          </a:ln>
        </p:spPr>
      </p:pic>
      <p:pic>
        <p:nvPicPr>
          <p:cNvPr id="261" name="Google Shape;261;g3ea228b06ea_0_1"/>
          <p:cNvPicPr preferRelativeResize="0"/>
          <p:nvPr/>
        </p:nvPicPr>
        <p:blipFill rotWithShape="1">
          <a:blip r:embed="rId7">
            <a:alphaModFix/>
          </a:blip>
          <a:srcRect b="0" l="0" r="0" t="0"/>
          <a:stretch/>
        </p:blipFill>
        <p:spPr>
          <a:xfrm>
            <a:off x="2677885" y="5392511"/>
            <a:ext cx="1342130" cy="398819"/>
          </a:xfrm>
          <a:prstGeom prst="rect">
            <a:avLst/>
          </a:prstGeom>
          <a:noFill/>
          <a:ln>
            <a:noFill/>
          </a:ln>
        </p:spPr>
      </p:pic>
      <p:pic>
        <p:nvPicPr>
          <p:cNvPr id="262" name="Google Shape;262;g3ea228b06ea_0_1"/>
          <p:cNvPicPr preferRelativeResize="0"/>
          <p:nvPr/>
        </p:nvPicPr>
        <p:blipFill rotWithShape="1">
          <a:blip r:embed="rId8">
            <a:alphaModFix/>
          </a:blip>
          <a:srcRect b="0" l="0" r="0" t="0"/>
          <a:stretch/>
        </p:blipFill>
        <p:spPr>
          <a:xfrm>
            <a:off x="1946892" y="2773523"/>
            <a:ext cx="443802" cy="443802"/>
          </a:xfrm>
          <a:prstGeom prst="rect">
            <a:avLst/>
          </a:prstGeom>
          <a:noFill/>
          <a:ln>
            <a:noFill/>
          </a:ln>
        </p:spPr>
      </p:pic>
      <p:pic>
        <p:nvPicPr>
          <p:cNvPr id="263" name="Google Shape;263;g3ea228b06ea_0_1"/>
          <p:cNvPicPr preferRelativeResize="0"/>
          <p:nvPr/>
        </p:nvPicPr>
        <p:blipFill rotWithShape="1">
          <a:blip r:embed="rId9">
            <a:alphaModFix/>
          </a:blip>
          <a:srcRect b="0" l="0" r="0" t="0"/>
          <a:stretch/>
        </p:blipFill>
        <p:spPr>
          <a:xfrm>
            <a:off x="2615428" y="2742833"/>
            <a:ext cx="1438144" cy="479755"/>
          </a:xfrm>
          <a:prstGeom prst="rect">
            <a:avLst/>
          </a:prstGeom>
          <a:noFill/>
          <a:ln>
            <a:noFill/>
          </a:ln>
        </p:spPr>
      </p:pic>
      <p:sp>
        <p:nvSpPr>
          <p:cNvPr id="264" name="Google Shape;264;g3ea228b06ea_0_1"/>
          <p:cNvSpPr/>
          <p:nvPr/>
        </p:nvSpPr>
        <p:spPr>
          <a:xfrm>
            <a:off x="2582534" y="3307188"/>
            <a:ext cx="1517555" cy="432379"/>
          </a:xfrm>
          <a:custGeom>
            <a:rect b="b" l="l" r="r" t="t"/>
            <a:pathLst>
              <a:path extrusionOk="0" h="466177" w="1983732">
                <a:moveTo>
                  <a:pt x="0" y="0"/>
                </a:moveTo>
                <a:lnTo>
                  <a:pt x="1983733" y="0"/>
                </a:lnTo>
                <a:lnTo>
                  <a:pt x="1983733" y="466177"/>
                </a:lnTo>
                <a:lnTo>
                  <a:pt x="0" y="466177"/>
                </a:lnTo>
                <a:lnTo>
                  <a:pt x="0" y="0"/>
                </a:lnTo>
                <a:close/>
              </a:path>
            </a:pathLst>
          </a:cu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65" name="Google Shape;265;g3ea228b06ea_0_1"/>
          <p:cNvPicPr preferRelativeResize="0"/>
          <p:nvPr/>
        </p:nvPicPr>
        <p:blipFill rotWithShape="1">
          <a:blip r:embed="rId11">
            <a:alphaModFix/>
          </a:blip>
          <a:srcRect b="0" l="0" r="0" t="0"/>
          <a:stretch/>
        </p:blipFill>
        <p:spPr>
          <a:xfrm>
            <a:off x="4183110" y="2859485"/>
            <a:ext cx="861307" cy="246447"/>
          </a:xfrm>
          <a:prstGeom prst="rect">
            <a:avLst/>
          </a:prstGeom>
          <a:noFill/>
          <a:ln>
            <a:noFill/>
          </a:ln>
        </p:spPr>
      </p:pic>
      <p:pic>
        <p:nvPicPr>
          <p:cNvPr id="266" name="Google Shape;266;g3ea228b06ea_0_1"/>
          <p:cNvPicPr preferRelativeResize="0"/>
          <p:nvPr/>
        </p:nvPicPr>
        <p:blipFill rotWithShape="1">
          <a:blip r:embed="rId12">
            <a:alphaModFix/>
          </a:blip>
          <a:srcRect b="0" l="0" r="0" t="0"/>
          <a:stretch/>
        </p:blipFill>
        <p:spPr>
          <a:xfrm>
            <a:off x="3165524" y="3747809"/>
            <a:ext cx="1510353" cy="457391"/>
          </a:xfrm>
          <a:prstGeom prst="rect">
            <a:avLst/>
          </a:prstGeom>
          <a:noFill/>
          <a:ln>
            <a:noFill/>
          </a:ln>
        </p:spPr>
      </p:pic>
      <p:pic>
        <p:nvPicPr>
          <p:cNvPr id="267" name="Google Shape;267;g3ea228b06ea_0_1"/>
          <p:cNvPicPr preferRelativeResize="0"/>
          <p:nvPr/>
        </p:nvPicPr>
        <p:blipFill rotWithShape="1">
          <a:blip r:embed="rId13">
            <a:alphaModFix/>
          </a:blip>
          <a:srcRect b="0" l="0" r="0" t="0"/>
          <a:stretch/>
        </p:blipFill>
        <p:spPr>
          <a:xfrm>
            <a:off x="6012349" y="2389370"/>
            <a:ext cx="1807359" cy="1204916"/>
          </a:xfrm>
          <a:prstGeom prst="rect">
            <a:avLst/>
          </a:prstGeom>
          <a:noFill/>
          <a:ln>
            <a:noFill/>
          </a:ln>
        </p:spPr>
      </p:pic>
      <p:pic>
        <p:nvPicPr>
          <p:cNvPr id="268" name="Google Shape;268;g3ea228b06ea_0_1"/>
          <p:cNvPicPr preferRelativeResize="0"/>
          <p:nvPr/>
        </p:nvPicPr>
        <p:blipFill rotWithShape="1">
          <a:blip r:embed="rId12">
            <a:alphaModFix/>
          </a:blip>
          <a:srcRect b="0" l="0" r="0" t="0"/>
          <a:stretch/>
        </p:blipFill>
        <p:spPr>
          <a:xfrm>
            <a:off x="5565433" y="3224517"/>
            <a:ext cx="1807360" cy="547385"/>
          </a:xfrm>
          <a:prstGeom prst="rect">
            <a:avLst/>
          </a:prstGeom>
          <a:noFill/>
          <a:ln>
            <a:noFill/>
          </a:ln>
        </p:spPr>
      </p:pic>
      <p:pic>
        <p:nvPicPr>
          <p:cNvPr id="269" name="Google Shape;269;g3ea228b06ea_0_1"/>
          <p:cNvPicPr preferRelativeResize="0"/>
          <p:nvPr/>
        </p:nvPicPr>
        <p:blipFill rotWithShape="1">
          <a:blip r:embed="rId14">
            <a:alphaModFix/>
          </a:blip>
          <a:srcRect b="0" l="0" r="0" t="0"/>
          <a:stretch/>
        </p:blipFill>
        <p:spPr>
          <a:xfrm>
            <a:off x="6049018" y="3689161"/>
            <a:ext cx="1725284" cy="578064"/>
          </a:xfrm>
          <a:prstGeom prst="rect">
            <a:avLst/>
          </a:prstGeom>
          <a:noFill/>
          <a:ln>
            <a:noFill/>
          </a:ln>
        </p:spPr>
      </p:pic>
      <p:sp>
        <p:nvSpPr>
          <p:cNvPr id="270" name="Google Shape;270;g3ea228b06ea_0_1"/>
          <p:cNvSpPr/>
          <p:nvPr/>
        </p:nvSpPr>
        <p:spPr>
          <a:xfrm>
            <a:off x="5465761" y="4439943"/>
            <a:ext cx="3070500" cy="1401600"/>
          </a:xfrm>
          <a:prstGeom prst="roundRect">
            <a:avLst>
              <a:gd fmla="val 16667" name="adj"/>
            </a:avLst>
          </a:prstGeom>
          <a:solidFill>
            <a:srgbClr val="FFFFFF"/>
          </a:solidFill>
          <a:ln cap="flat" cmpd="sng" w="28575">
            <a:solidFill>
              <a:srgbClr val="FF9916"/>
            </a:solidFill>
            <a:prstDash val="solid"/>
            <a:round/>
            <a:headEnd len="sm" w="sm" type="none"/>
            <a:tailEnd len="sm" w="sm" type="none"/>
          </a:ln>
        </p:spPr>
        <p:txBody>
          <a:bodyPr anchorCtr="0" anchor="ctr" bIns="63875" lIns="63875" spcFirstLastPara="1" rIns="63875" wrap="square" tIns="63875">
            <a:noAutofit/>
          </a:bodyPr>
          <a:lstStyle/>
          <a:p>
            <a:pPr indent="0" lvl="0" marL="0" marR="0" rtl="0" algn="ctr">
              <a:lnSpc>
                <a:spcPct val="100000"/>
              </a:lnSpc>
              <a:spcBef>
                <a:spcPts val="0"/>
              </a:spcBef>
              <a:spcAft>
                <a:spcPts val="0"/>
              </a:spcAft>
              <a:buClr>
                <a:srgbClr val="000000"/>
              </a:buClr>
              <a:buSzPts val="978"/>
              <a:buFont typeface="Arial"/>
              <a:buNone/>
            </a:pPr>
            <a:r>
              <a:t/>
            </a:r>
            <a:endParaRPr b="0" i="0" sz="976" u="none" cap="none" strike="noStrike">
              <a:solidFill>
                <a:srgbClr val="000000"/>
              </a:solidFill>
              <a:latin typeface="Calibri"/>
              <a:ea typeface="Calibri"/>
              <a:cs typeface="Calibri"/>
              <a:sym typeface="Calibri"/>
            </a:endParaRPr>
          </a:p>
        </p:txBody>
      </p:sp>
      <p:sp>
        <p:nvSpPr>
          <p:cNvPr id="271" name="Google Shape;271;g3ea228b06ea_0_1"/>
          <p:cNvSpPr/>
          <p:nvPr/>
        </p:nvSpPr>
        <p:spPr>
          <a:xfrm>
            <a:off x="5473493" y="4448757"/>
            <a:ext cx="3070500" cy="440400"/>
          </a:xfrm>
          <a:prstGeom prst="roundRect">
            <a:avLst>
              <a:gd fmla="val 50000" name="adj"/>
            </a:avLst>
          </a:prstGeom>
          <a:solidFill>
            <a:srgbClr val="FF9916"/>
          </a:solidFill>
          <a:ln cap="flat" cmpd="sng" w="26600">
            <a:solidFill>
              <a:srgbClr val="FF9916"/>
            </a:solidFill>
            <a:prstDash val="solid"/>
            <a:round/>
            <a:headEnd len="sm" w="sm" type="none"/>
            <a:tailEnd len="sm" w="sm" type="none"/>
          </a:ln>
        </p:spPr>
        <p:txBody>
          <a:bodyPr anchorCtr="0" anchor="ctr" bIns="63875" lIns="63875" spcFirstLastPara="1" rIns="63875" wrap="square" tIns="63875">
            <a:noAutofit/>
          </a:bodyPr>
          <a:lstStyle/>
          <a:p>
            <a:pPr indent="0" lvl="0" marL="0" marR="0" rtl="0" algn="ctr">
              <a:lnSpc>
                <a:spcPct val="100000"/>
              </a:lnSpc>
              <a:spcBef>
                <a:spcPts val="0"/>
              </a:spcBef>
              <a:spcAft>
                <a:spcPts val="0"/>
              </a:spcAft>
              <a:buClr>
                <a:srgbClr val="000000"/>
              </a:buClr>
              <a:buSzPts val="1817"/>
              <a:buFont typeface="Arial"/>
              <a:buNone/>
            </a:pPr>
            <a:r>
              <a:rPr b="1" i="0" lang="en-US" sz="1816" u="none" cap="none" strike="noStrike">
                <a:solidFill>
                  <a:srgbClr val="FFFFFF"/>
                </a:solidFill>
                <a:latin typeface="Ubuntu"/>
                <a:ea typeface="Ubuntu"/>
                <a:cs typeface="Ubuntu"/>
                <a:sym typeface="Ubuntu"/>
              </a:rPr>
              <a:t>Storage</a:t>
            </a:r>
            <a:endParaRPr b="1" i="0" sz="1816" u="none" cap="none" strike="noStrike">
              <a:solidFill>
                <a:srgbClr val="FFFFFF"/>
              </a:solidFill>
              <a:latin typeface="Ubuntu"/>
              <a:ea typeface="Ubuntu"/>
              <a:cs typeface="Ubuntu"/>
              <a:sym typeface="Ubuntu"/>
            </a:endParaRPr>
          </a:p>
        </p:txBody>
      </p:sp>
      <p:pic>
        <p:nvPicPr>
          <p:cNvPr id="272" name="Google Shape;272;g3ea228b06ea_0_1"/>
          <p:cNvPicPr preferRelativeResize="0"/>
          <p:nvPr/>
        </p:nvPicPr>
        <p:blipFill rotWithShape="1">
          <a:blip r:embed="rId15">
            <a:alphaModFix/>
          </a:blip>
          <a:srcRect b="0" l="0" r="0" t="0"/>
          <a:stretch/>
        </p:blipFill>
        <p:spPr>
          <a:xfrm>
            <a:off x="7858673" y="5106310"/>
            <a:ext cx="469856" cy="538435"/>
          </a:xfrm>
          <a:prstGeom prst="rect">
            <a:avLst/>
          </a:prstGeom>
          <a:noFill/>
          <a:ln>
            <a:noFill/>
          </a:ln>
        </p:spPr>
      </p:pic>
      <p:pic>
        <p:nvPicPr>
          <p:cNvPr id="273" name="Google Shape;273;g3ea228b06ea_0_1"/>
          <p:cNvPicPr preferRelativeResize="0"/>
          <p:nvPr/>
        </p:nvPicPr>
        <p:blipFill rotWithShape="1">
          <a:blip r:embed="rId8">
            <a:alphaModFix/>
          </a:blip>
          <a:srcRect b="0" l="0" r="0" t="0"/>
          <a:stretch/>
        </p:blipFill>
        <p:spPr>
          <a:xfrm>
            <a:off x="5613315" y="5059797"/>
            <a:ext cx="583518" cy="583518"/>
          </a:xfrm>
          <a:prstGeom prst="rect">
            <a:avLst/>
          </a:prstGeom>
          <a:noFill/>
          <a:ln>
            <a:noFill/>
          </a:ln>
        </p:spPr>
      </p:pic>
      <p:grpSp>
        <p:nvGrpSpPr>
          <p:cNvPr id="274" name="Google Shape;274;g3ea228b06ea_0_1"/>
          <p:cNvGrpSpPr/>
          <p:nvPr/>
        </p:nvGrpSpPr>
        <p:grpSpPr>
          <a:xfrm>
            <a:off x="1600610" y="5947801"/>
            <a:ext cx="3586752" cy="1401212"/>
            <a:chOff x="13108812" y="4140150"/>
            <a:chExt cx="3434928" cy="1341900"/>
          </a:xfrm>
        </p:grpSpPr>
        <p:sp>
          <p:nvSpPr>
            <p:cNvPr id="275" name="Google Shape;275;g3ea228b06ea_0_1"/>
            <p:cNvSpPr/>
            <p:nvPr/>
          </p:nvSpPr>
          <p:spPr>
            <a:xfrm>
              <a:off x="13108812" y="4140150"/>
              <a:ext cx="3426300" cy="1341900"/>
            </a:xfrm>
            <a:prstGeom prst="roundRect">
              <a:avLst>
                <a:gd fmla="val 16667" name="adj"/>
              </a:avLst>
            </a:prstGeom>
            <a:solidFill>
              <a:srgbClr val="FFFFFF"/>
            </a:solidFill>
            <a:ln cap="flat" cmpd="sng" w="26600">
              <a:solidFill>
                <a:srgbClr val="FF9916"/>
              </a:solidFill>
              <a:prstDash val="solid"/>
              <a:round/>
              <a:headEnd len="sm" w="sm" type="none"/>
              <a:tailEnd len="sm" w="sm" type="none"/>
            </a:ln>
          </p:spPr>
          <p:txBody>
            <a:bodyPr anchorCtr="0" anchor="ctr" bIns="63875" lIns="63875" spcFirstLastPara="1" rIns="63875" wrap="square" tIns="63875">
              <a:noAutofit/>
            </a:bodyPr>
            <a:lstStyle/>
            <a:p>
              <a:pPr indent="0" lvl="0" marL="0" marR="0" rtl="0" algn="ctr">
                <a:lnSpc>
                  <a:spcPct val="100000"/>
                </a:lnSpc>
                <a:spcBef>
                  <a:spcPts val="0"/>
                </a:spcBef>
                <a:spcAft>
                  <a:spcPts val="0"/>
                </a:spcAft>
                <a:buClr>
                  <a:srgbClr val="000000"/>
                </a:buClr>
                <a:buSzPts val="978"/>
                <a:buFont typeface="Arial"/>
                <a:buNone/>
              </a:pPr>
              <a:r>
                <a:t/>
              </a:r>
              <a:endParaRPr b="0" i="0" sz="976" u="none" cap="none" strike="noStrike">
                <a:solidFill>
                  <a:srgbClr val="000000"/>
                </a:solidFill>
                <a:latin typeface="Calibri"/>
                <a:ea typeface="Calibri"/>
                <a:cs typeface="Calibri"/>
                <a:sym typeface="Calibri"/>
              </a:endParaRPr>
            </a:p>
          </p:txBody>
        </p:sp>
        <p:sp>
          <p:nvSpPr>
            <p:cNvPr id="276" name="Google Shape;276;g3ea228b06ea_0_1"/>
            <p:cNvSpPr/>
            <p:nvPr/>
          </p:nvSpPr>
          <p:spPr>
            <a:xfrm>
              <a:off x="13117440" y="4148590"/>
              <a:ext cx="3426300" cy="422100"/>
            </a:xfrm>
            <a:prstGeom prst="roundRect">
              <a:avLst>
                <a:gd fmla="val 50000" name="adj"/>
              </a:avLst>
            </a:prstGeom>
            <a:solidFill>
              <a:srgbClr val="FF9916"/>
            </a:solidFill>
            <a:ln cap="flat" cmpd="sng" w="26600">
              <a:solidFill>
                <a:srgbClr val="FF9916"/>
              </a:solidFill>
              <a:prstDash val="solid"/>
              <a:round/>
              <a:headEnd len="sm" w="sm" type="none"/>
              <a:tailEnd len="sm" w="sm" type="none"/>
            </a:ln>
          </p:spPr>
          <p:txBody>
            <a:bodyPr anchorCtr="0" anchor="ctr" bIns="63875" lIns="63875" spcFirstLastPara="1" rIns="63875" wrap="square" tIns="63875">
              <a:noAutofit/>
            </a:bodyPr>
            <a:lstStyle/>
            <a:p>
              <a:pPr indent="0" lvl="0" marL="0" marR="0" rtl="0" algn="ctr">
                <a:lnSpc>
                  <a:spcPct val="100000"/>
                </a:lnSpc>
                <a:spcBef>
                  <a:spcPts val="0"/>
                </a:spcBef>
                <a:spcAft>
                  <a:spcPts val="0"/>
                </a:spcAft>
                <a:buClr>
                  <a:srgbClr val="000000"/>
                </a:buClr>
                <a:buSzPts val="1817"/>
                <a:buFont typeface="Arial"/>
                <a:buNone/>
              </a:pPr>
              <a:r>
                <a:rPr b="1" i="0" lang="en-US" sz="1816" u="none" cap="none" strike="noStrike">
                  <a:solidFill>
                    <a:srgbClr val="FFFFFF"/>
                  </a:solidFill>
                  <a:latin typeface="Ubuntu"/>
                  <a:ea typeface="Ubuntu"/>
                  <a:cs typeface="Ubuntu"/>
                  <a:sym typeface="Ubuntu"/>
                </a:rPr>
                <a:t>Smart Workplace</a:t>
              </a:r>
              <a:endParaRPr b="1" i="0" sz="2132" u="none" cap="none" strike="noStrike">
                <a:solidFill>
                  <a:srgbClr val="FFFFFF"/>
                </a:solidFill>
                <a:latin typeface="Ubuntu"/>
                <a:ea typeface="Ubuntu"/>
                <a:cs typeface="Ubuntu"/>
                <a:sym typeface="Ubuntu"/>
              </a:endParaRPr>
            </a:p>
          </p:txBody>
        </p:sp>
        <p:pic>
          <p:nvPicPr>
            <p:cNvPr id="277" name="Google Shape;277;g3ea228b06ea_0_1"/>
            <p:cNvPicPr preferRelativeResize="0"/>
            <p:nvPr/>
          </p:nvPicPr>
          <p:blipFill rotWithShape="1">
            <a:blip r:embed="rId16">
              <a:alphaModFix/>
            </a:blip>
            <a:srcRect b="0" l="0" r="0" t="0"/>
            <a:stretch/>
          </p:blipFill>
          <p:spPr>
            <a:xfrm>
              <a:off x="13644297" y="4826168"/>
              <a:ext cx="914376" cy="493663"/>
            </a:xfrm>
            <a:prstGeom prst="rect">
              <a:avLst/>
            </a:prstGeom>
            <a:noFill/>
            <a:ln>
              <a:noFill/>
            </a:ln>
          </p:spPr>
        </p:pic>
      </p:grpSp>
      <p:sp>
        <p:nvSpPr>
          <p:cNvPr id="278" name="Google Shape;278;g3ea228b06ea_0_1"/>
          <p:cNvSpPr/>
          <p:nvPr/>
        </p:nvSpPr>
        <p:spPr>
          <a:xfrm>
            <a:off x="14279475" y="5937601"/>
            <a:ext cx="2409000" cy="1456200"/>
          </a:xfrm>
          <a:prstGeom prst="roundRect">
            <a:avLst>
              <a:gd fmla="val 16667" name="adj"/>
            </a:avLst>
          </a:prstGeom>
          <a:solidFill>
            <a:srgbClr val="FFFFFF"/>
          </a:solidFill>
          <a:ln cap="flat" cmpd="sng" w="26600">
            <a:solidFill>
              <a:srgbClr val="FF9916"/>
            </a:solidFill>
            <a:prstDash val="solid"/>
            <a:round/>
            <a:headEnd len="sm" w="sm" type="none"/>
            <a:tailEnd len="sm" w="sm" type="none"/>
          </a:ln>
        </p:spPr>
        <p:txBody>
          <a:bodyPr anchorCtr="0" anchor="ctr" bIns="63875" lIns="63875" spcFirstLastPara="1" rIns="63875" wrap="square" tIns="63875">
            <a:noAutofit/>
          </a:bodyPr>
          <a:lstStyle/>
          <a:p>
            <a:pPr indent="0" lvl="0" marL="0" marR="0" rtl="0" algn="ctr">
              <a:lnSpc>
                <a:spcPct val="100000"/>
              </a:lnSpc>
              <a:spcBef>
                <a:spcPts val="0"/>
              </a:spcBef>
              <a:spcAft>
                <a:spcPts val="0"/>
              </a:spcAft>
              <a:buClr>
                <a:srgbClr val="000000"/>
              </a:buClr>
              <a:buSzPts val="978"/>
              <a:buFont typeface="Arial"/>
              <a:buNone/>
            </a:pPr>
            <a:r>
              <a:t/>
            </a:r>
            <a:endParaRPr b="0" i="0" sz="976" u="none" cap="none" strike="noStrike">
              <a:solidFill>
                <a:srgbClr val="000000"/>
              </a:solidFill>
              <a:latin typeface="Calibri"/>
              <a:ea typeface="Calibri"/>
              <a:cs typeface="Calibri"/>
              <a:sym typeface="Calibri"/>
            </a:endParaRPr>
          </a:p>
        </p:txBody>
      </p:sp>
      <p:sp>
        <p:nvSpPr>
          <p:cNvPr id="279" name="Google Shape;279;g3ea228b06ea_0_1"/>
          <p:cNvSpPr/>
          <p:nvPr/>
        </p:nvSpPr>
        <p:spPr>
          <a:xfrm>
            <a:off x="14279471" y="5961025"/>
            <a:ext cx="2409000" cy="440400"/>
          </a:xfrm>
          <a:prstGeom prst="roundRect">
            <a:avLst>
              <a:gd fmla="val 50000" name="adj"/>
            </a:avLst>
          </a:prstGeom>
          <a:solidFill>
            <a:srgbClr val="FF9916"/>
          </a:solidFill>
          <a:ln cap="flat" cmpd="sng" w="26600">
            <a:solidFill>
              <a:srgbClr val="FF9916"/>
            </a:solidFill>
            <a:prstDash val="solid"/>
            <a:round/>
            <a:headEnd len="sm" w="sm" type="none"/>
            <a:tailEnd len="sm" w="sm" type="none"/>
          </a:ln>
        </p:spPr>
        <p:txBody>
          <a:bodyPr anchorCtr="0" anchor="ctr" bIns="63875" lIns="63875" spcFirstLastPara="1" rIns="63875" wrap="square" tIns="63875">
            <a:noAutofit/>
          </a:bodyPr>
          <a:lstStyle/>
          <a:p>
            <a:pPr indent="0" lvl="0" marL="0" marR="0" rtl="0" algn="ctr">
              <a:lnSpc>
                <a:spcPct val="100000"/>
              </a:lnSpc>
              <a:spcBef>
                <a:spcPts val="0"/>
              </a:spcBef>
              <a:spcAft>
                <a:spcPts val="0"/>
              </a:spcAft>
              <a:buClr>
                <a:srgbClr val="000000"/>
              </a:buClr>
              <a:buSzPts val="1817"/>
              <a:buFont typeface="Arial"/>
              <a:buNone/>
            </a:pPr>
            <a:r>
              <a:rPr b="1" i="0" lang="en-US" sz="1816" u="none" cap="none" strike="noStrike">
                <a:solidFill>
                  <a:srgbClr val="FFFFFF"/>
                </a:solidFill>
                <a:latin typeface="Ubuntu"/>
                <a:ea typeface="Ubuntu"/>
                <a:cs typeface="Ubuntu"/>
                <a:sym typeface="Ubuntu"/>
              </a:rPr>
              <a:t>Observability Tools</a:t>
            </a:r>
            <a:endParaRPr b="1" i="0" sz="2132" u="none" cap="none" strike="noStrike">
              <a:solidFill>
                <a:srgbClr val="FFFFFF"/>
              </a:solidFill>
              <a:latin typeface="Ubuntu"/>
              <a:ea typeface="Ubuntu"/>
              <a:cs typeface="Ubuntu"/>
              <a:sym typeface="Ubuntu"/>
            </a:endParaRPr>
          </a:p>
        </p:txBody>
      </p:sp>
      <p:sp>
        <p:nvSpPr>
          <p:cNvPr id="280" name="Google Shape;280;g3ea228b06ea_0_1"/>
          <p:cNvSpPr/>
          <p:nvPr/>
        </p:nvSpPr>
        <p:spPr>
          <a:xfrm>
            <a:off x="14410722" y="6918055"/>
            <a:ext cx="1315671" cy="247244"/>
          </a:xfrm>
          <a:custGeom>
            <a:rect b="b" l="l" r="r" t="t"/>
            <a:pathLst>
              <a:path extrusionOk="0" h="614270" w="3485222">
                <a:moveTo>
                  <a:pt x="0" y="0"/>
                </a:moveTo>
                <a:lnTo>
                  <a:pt x="3485222" y="0"/>
                </a:lnTo>
                <a:lnTo>
                  <a:pt x="3485222" y="614270"/>
                </a:lnTo>
                <a:lnTo>
                  <a:pt x="0" y="61427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1" name="Google Shape;281;g3ea228b06ea_0_1"/>
          <p:cNvSpPr/>
          <p:nvPr/>
        </p:nvSpPr>
        <p:spPr>
          <a:xfrm>
            <a:off x="6768980" y="6664683"/>
            <a:ext cx="1516072" cy="271814"/>
          </a:xfrm>
          <a:custGeom>
            <a:rect b="b" l="l" r="r" t="t"/>
            <a:pathLst>
              <a:path extrusionOk="0" h="614270" w="3485222">
                <a:moveTo>
                  <a:pt x="0" y="0"/>
                </a:moveTo>
                <a:lnTo>
                  <a:pt x="3485222" y="0"/>
                </a:lnTo>
                <a:lnTo>
                  <a:pt x="3485222" y="614270"/>
                </a:lnTo>
                <a:lnTo>
                  <a:pt x="0" y="61427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2" name="Google Shape;282;g3ea228b06ea_0_1"/>
          <p:cNvSpPr/>
          <p:nvPr/>
        </p:nvSpPr>
        <p:spPr>
          <a:xfrm>
            <a:off x="5449197" y="5948001"/>
            <a:ext cx="3070500" cy="1401600"/>
          </a:xfrm>
          <a:prstGeom prst="roundRect">
            <a:avLst>
              <a:gd fmla="val 16667" name="adj"/>
            </a:avLst>
          </a:prstGeom>
          <a:solidFill>
            <a:srgbClr val="FFFFFF"/>
          </a:solidFill>
          <a:ln cap="flat" cmpd="sng" w="26600">
            <a:solidFill>
              <a:srgbClr val="FF9916"/>
            </a:solidFill>
            <a:prstDash val="solid"/>
            <a:round/>
            <a:headEnd len="sm" w="sm" type="none"/>
            <a:tailEnd len="sm" w="sm" type="none"/>
          </a:ln>
        </p:spPr>
        <p:txBody>
          <a:bodyPr anchorCtr="0" anchor="ctr" bIns="63875" lIns="63875" spcFirstLastPara="1" rIns="63875" wrap="square" tIns="63875">
            <a:noAutofit/>
          </a:bodyPr>
          <a:lstStyle/>
          <a:p>
            <a:pPr indent="0" lvl="0" marL="0" marR="0" rtl="0" algn="ctr">
              <a:lnSpc>
                <a:spcPct val="100000"/>
              </a:lnSpc>
              <a:spcBef>
                <a:spcPts val="0"/>
              </a:spcBef>
              <a:spcAft>
                <a:spcPts val="0"/>
              </a:spcAft>
              <a:buClr>
                <a:srgbClr val="000000"/>
              </a:buClr>
              <a:buSzPts val="978"/>
              <a:buFont typeface="Arial"/>
              <a:buNone/>
            </a:pPr>
            <a:r>
              <a:t/>
            </a:r>
            <a:endParaRPr b="0" i="0" sz="976" u="none" cap="none" strike="noStrike">
              <a:solidFill>
                <a:srgbClr val="000000"/>
              </a:solidFill>
              <a:latin typeface="Calibri"/>
              <a:ea typeface="Calibri"/>
              <a:cs typeface="Calibri"/>
              <a:sym typeface="Calibri"/>
            </a:endParaRPr>
          </a:p>
        </p:txBody>
      </p:sp>
      <p:sp>
        <p:nvSpPr>
          <p:cNvPr id="283" name="Google Shape;283;g3ea228b06ea_0_1"/>
          <p:cNvSpPr/>
          <p:nvPr/>
        </p:nvSpPr>
        <p:spPr>
          <a:xfrm>
            <a:off x="5458203" y="5956825"/>
            <a:ext cx="3070500" cy="457500"/>
          </a:xfrm>
          <a:prstGeom prst="roundRect">
            <a:avLst>
              <a:gd fmla="val 50000" name="adj"/>
            </a:avLst>
          </a:prstGeom>
          <a:solidFill>
            <a:srgbClr val="FF9916"/>
          </a:solidFill>
          <a:ln cap="flat" cmpd="sng" w="26600">
            <a:solidFill>
              <a:srgbClr val="FF9916"/>
            </a:solidFill>
            <a:prstDash val="solid"/>
            <a:round/>
            <a:headEnd len="sm" w="sm" type="none"/>
            <a:tailEnd len="sm" w="sm" type="none"/>
          </a:ln>
        </p:spPr>
        <p:txBody>
          <a:bodyPr anchorCtr="0" anchor="ctr" bIns="63875" lIns="63875" spcFirstLastPara="1" rIns="63875" wrap="square" tIns="63875">
            <a:noAutofit/>
          </a:bodyPr>
          <a:lstStyle/>
          <a:p>
            <a:pPr indent="0" lvl="0" marL="0" marR="0" rtl="0" algn="ctr">
              <a:lnSpc>
                <a:spcPct val="100000"/>
              </a:lnSpc>
              <a:spcBef>
                <a:spcPts val="0"/>
              </a:spcBef>
              <a:spcAft>
                <a:spcPts val="0"/>
              </a:spcAft>
              <a:buClr>
                <a:srgbClr val="000000"/>
              </a:buClr>
              <a:buSzPts val="1817"/>
              <a:buFont typeface="Arial"/>
              <a:buNone/>
            </a:pPr>
            <a:r>
              <a:rPr b="1" i="0" lang="en-US" sz="1816" u="none" cap="none" strike="noStrike">
                <a:solidFill>
                  <a:srgbClr val="FFFFFF"/>
                </a:solidFill>
                <a:latin typeface="Ubuntu"/>
                <a:ea typeface="Ubuntu"/>
                <a:cs typeface="Ubuntu"/>
                <a:sym typeface="Ubuntu"/>
              </a:rPr>
              <a:t>Wireless and Mobility</a:t>
            </a:r>
            <a:endParaRPr b="1" i="0" sz="2132" u="none" cap="none" strike="noStrike">
              <a:solidFill>
                <a:srgbClr val="FFFFFF"/>
              </a:solidFill>
              <a:latin typeface="Ubuntu"/>
              <a:ea typeface="Ubuntu"/>
              <a:cs typeface="Ubuntu"/>
              <a:sym typeface="Ubuntu"/>
            </a:endParaRPr>
          </a:p>
        </p:txBody>
      </p:sp>
      <p:pic>
        <p:nvPicPr>
          <p:cNvPr id="284" name="Google Shape;284;g3ea228b06ea_0_1"/>
          <p:cNvPicPr preferRelativeResize="0"/>
          <p:nvPr/>
        </p:nvPicPr>
        <p:blipFill rotWithShape="1">
          <a:blip r:embed="rId17">
            <a:alphaModFix/>
          </a:blip>
          <a:srcRect b="0" l="0" r="0" t="0"/>
          <a:stretch/>
        </p:blipFill>
        <p:spPr>
          <a:xfrm>
            <a:off x="5713637" y="6684420"/>
            <a:ext cx="1172854" cy="313826"/>
          </a:xfrm>
          <a:prstGeom prst="rect">
            <a:avLst/>
          </a:prstGeom>
          <a:noFill/>
          <a:ln>
            <a:noFill/>
          </a:ln>
        </p:spPr>
      </p:pic>
      <p:pic>
        <p:nvPicPr>
          <p:cNvPr id="285" name="Google Shape;285;g3ea228b06ea_0_1"/>
          <p:cNvPicPr preferRelativeResize="0"/>
          <p:nvPr/>
        </p:nvPicPr>
        <p:blipFill rotWithShape="1">
          <a:blip r:embed="rId18">
            <a:alphaModFix/>
          </a:blip>
          <a:srcRect b="0" l="0" r="0" t="0"/>
          <a:stretch/>
        </p:blipFill>
        <p:spPr>
          <a:xfrm>
            <a:off x="6991823" y="6656773"/>
            <a:ext cx="1289736" cy="429916"/>
          </a:xfrm>
          <a:prstGeom prst="rect">
            <a:avLst/>
          </a:prstGeom>
          <a:noFill/>
          <a:ln>
            <a:noFill/>
          </a:ln>
        </p:spPr>
      </p:pic>
      <p:sp>
        <p:nvSpPr>
          <p:cNvPr id="286" name="Google Shape;286;g3ea228b06ea_0_1"/>
          <p:cNvSpPr/>
          <p:nvPr/>
        </p:nvSpPr>
        <p:spPr>
          <a:xfrm>
            <a:off x="15819261" y="6800428"/>
            <a:ext cx="496704" cy="479122"/>
          </a:xfrm>
          <a:custGeom>
            <a:rect b="b" l="l" r="r" t="t"/>
            <a:pathLst>
              <a:path extrusionOk="0" h="1758245" w="1758245">
                <a:moveTo>
                  <a:pt x="0" y="0"/>
                </a:moveTo>
                <a:lnTo>
                  <a:pt x="1758246" y="0"/>
                </a:lnTo>
                <a:lnTo>
                  <a:pt x="1758246" y="1758245"/>
                </a:lnTo>
                <a:lnTo>
                  <a:pt x="0" y="1758245"/>
                </a:lnTo>
                <a:lnTo>
                  <a:pt x="0" y="0"/>
                </a:lnTo>
                <a:close/>
              </a:path>
            </a:pathLst>
          </a:custGeom>
          <a:blipFill rotWithShape="1">
            <a:blip r:embed="rId19">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g3ea228b06ea_0_1"/>
          <p:cNvSpPr/>
          <p:nvPr/>
        </p:nvSpPr>
        <p:spPr>
          <a:xfrm>
            <a:off x="8670213" y="4430499"/>
            <a:ext cx="5424300" cy="1401600"/>
          </a:xfrm>
          <a:prstGeom prst="roundRect">
            <a:avLst>
              <a:gd fmla="val 16667" name="adj"/>
            </a:avLst>
          </a:prstGeom>
          <a:solidFill>
            <a:srgbClr val="FFFFFF"/>
          </a:solidFill>
          <a:ln cap="flat" cmpd="sng" w="28575">
            <a:solidFill>
              <a:srgbClr val="FF9916"/>
            </a:solidFill>
            <a:prstDash val="solid"/>
            <a:round/>
            <a:headEnd len="sm" w="sm" type="none"/>
            <a:tailEnd len="sm" w="sm" type="none"/>
          </a:ln>
        </p:spPr>
        <p:txBody>
          <a:bodyPr anchorCtr="0" anchor="ctr" bIns="92525" lIns="92525" spcFirstLastPara="1" rIns="92525" wrap="square" tIns="92525">
            <a:noAutofit/>
          </a:bodyPr>
          <a:lstStyle/>
          <a:p>
            <a:pPr indent="0" lvl="0" marL="0" marR="0" rtl="0" algn="ctr">
              <a:lnSpc>
                <a:spcPct val="100000"/>
              </a:lnSpc>
              <a:spcBef>
                <a:spcPts val="0"/>
              </a:spcBef>
              <a:spcAft>
                <a:spcPts val="0"/>
              </a:spcAft>
              <a:buClr>
                <a:srgbClr val="000000"/>
              </a:buClr>
              <a:buSzPts val="1417"/>
              <a:buFont typeface="Arial"/>
              <a:buNone/>
            </a:pPr>
            <a:r>
              <a:t/>
            </a:r>
            <a:endParaRPr b="0" i="0" sz="1415" u="none" cap="none" strike="noStrike">
              <a:solidFill>
                <a:srgbClr val="000000"/>
              </a:solidFill>
              <a:latin typeface="Calibri"/>
              <a:ea typeface="Calibri"/>
              <a:cs typeface="Calibri"/>
              <a:sym typeface="Calibri"/>
            </a:endParaRPr>
          </a:p>
        </p:txBody>
      </p:sp>
      <p:sp>
        <p:nvSpPr>
          <p:cNvPr id="288" name="Google Shape;288;g3ea228b06ea_0_1"/>
          <p:cNvSpPr/>
          <p:nvPr/>
        </p:nvSpPr>
        <p:spPr>
          <a:xfrm>
            <a:off x="10357412" y="4913412"/>
            <a:ext cx="1636579" cy="477831"/>
          </a:xfrm>
          <a:custGeom>
            <a:rect b="b" l="l" r="r" t="t"/>
            <a:pathLst>
              <a:path extrusionOk="0" h="466177" w="1983732">
                <a:moveTo>
                  <a:pt x="0" y="0"/>
                </a:moveTo>
                <a:lnTo>
                  <a:pt x="1983733" y="0"/>
                </a:lnTo>
                <a:lnTo>
                  <a:pt x="1983733" y="466177"/>
                </a:lnTo>
                <a:lnTo>
                  <a:pt x="0" y="466177"/>
                </a:lnTo>
                <a:lnTo>
                  <a:pt x="0" y="0"/>
                </a:lnTo>
                <a:close/>
              </a:path>
            </a:pathLst>
          </a:cu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9" name="Google Shape;289;g3ea228b06ea_0_1"/>
          <p:cNvSpPr/>
          <p:nvPr/>
        </p:nvSpPr>
        <p:spPr>
          <a:xfrm>
            <a:off x="12061314" y="4989186"/>
            <a:ext cx="1110717" cy="366077"/>
          </a:xfrm>
          <a:custGeom>
            <a:rect b="b" l="l" r="r" t="t"/>
            <a:pathLst>
              <a:path extrusionOk="0" h="926776" w="2829852">
                <a:moveTo>
                  <a:pt x="0" y="0"/>
                </a:moveTo>
                <a:lnTo>
                  <a:pt x="2829852" y="0"/>
                </a:lnTo>
                <a:lnTo>
                  <a:pt x="2829852" y="926776"/>
                </a:lnTo>
                <a:lnTo>
                  <a:pt x="0" y="926776"/>
                </a:lnTo>
                <a:lnTo>
                  <a:pt x="0" y="0"/>
                </a:lnTo>
                <a:close/>
              </a:path>
            </a:pathLst>
          </a:custGeom>
          <a:blipFill rotWithShape="1">
            <a:blip r:embed="rId20">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90" name="Google Shape;290;g3ea228b06ea_0_1"/>
          <p:cNvPicPr preferRelativeResize="0"/>
          <p:nvPr/>
        </p:nvPicPr>
        <p:blipFill rotWithShape="1">
          <a:blip r:embed="rId21">
            <a:alphaModFix/>
          </a:blip>
          <a:srcRect b="0" l="0" r="0" t="0"/>
          <a:stretch/>
        </p:blipFill>
        <p:spPr>
          <a:xfrm>
            <a:off x="8762633" y="4918873"/>
            <a:ext cx="1438148" cy="466907"/>
          </a:xfrm>
          <a:prstGeom prst="rect">
            <a:avLst/>
          </a:prstGeom>
          <a:noFill/>
          <a:ln>
            <a:noFill/>
          </a:ln>
        </p:spPr>
      </p:pic>
      <p:pic>
        <p:nvPicPr>
          <p:cNvPr id="291" name="Google Shape;291;g3ea228b06ea_0_1"/>
          <p:cNvPicPr preferRelativeResize="0"/>
          <p:nvPr/>
        </p:nvPicPr>
        <p:blipFill rotWithShape="1">
          <a:blip r:embed="rId22">
            <a:alphaModFix/>
          </a:blip>
          <a:srcRect b="0" l="0" r="0" t="0"/>
          <a:stretch/>
        </p:blipFill>
        <p:spPr>
          <a:xfrm>
            <a:off x="13239358" y="4983200"/>
            <a:ext cx="773596" cy="378031"/>
          </a:xfrm>
          <a:prstGeom prst="rect">
            <a:avLst/>
          </a:prstGeom>
          <a:noFill/>
          <a:ln>
            <a:noFill/>
          </a:ln>
        </p:spPr>
      </p:pic>
      <p:sp>
        <p:nvSpPr>
          <p:cNvPr id="292" name="Google Shape;292;g3ea228b06ea_0_1"/>
          <p:cNvSpPr/>
          <p:nvPr/>
        </p:nvSpPr>
        <p:spPr>
          <a:xfrm>
            <a:off x="8685600" y="4448900"/>
            <a:ext cx="5404500" cy="477300"/>
          </a:xfrm>
          <a:prstGeom prst="roundRect">
            <a:avLst>
              <a:gd fmla="val 50000" name="adj"/>
            </a:avLst>
          </a:prstGeom>
          <a:solidFill>
            <a:srgbClr val="FF9916"/>
          </a:solidFill>
          <a:ln cap="flat" cmpd="sng" w="26600">
            <a:solidFill>
              <a:srgbClr val="FF9916"/>
            </a:solidFill>
            <a:prstDash val="solid"/>
            <a:round/>
            <a:headEnd len="sm" w="sm" type="none"/>
            <a:tailEnd len="sm" w="sm" type="none"/>
          </a:ln>
        </p:spPr>
        <p:txBody>
          <a:bodyPr anchorCtr="0" anchor="ctr" bIns="63875" lIns="63875" spcFirstLastPara="1" rIns="63875" wrap="square" tIns="63875">
            <a:noAutofit/>
          </a:bodyPr>
          <a:lstStyle/>
          <a:p>
            <a:pPr indent="0" lvl="0" marL="0" marR="0" rtl="0" algn="ctr">
              <a:lnSpc>
                <a:spcPct val="100000"/>
              </a:lnSpc>
              <a:spcBef>
                <a:spcPts val="0"/>
              </a:spcBef>
              <a:spcAft>
                <a:spcPts val="0"/>
              </a:spcAft>
              <a:buClr>
                <a:srgbClr val="000000"/>
              </a:buClr>
              <a:buSzPts val="2446"/>
              <a:buFont typeface="Arial"/>
              <a:buNone/>
            </a:pPr>
            <a:r>
              <a:rPr b="1" i="0" lang="en-US" sz="1819" u="none" cap="none" strike="noStrike">
                <a:solidFill>
                  <a:srgbClr val="FFFFFF"/>
                </a:solidFill>
                <a:latin typeface="Ubuntu"/>
                <a:ea typeface="Ubuntu"/>
                <a:cs typeface="Ubuntu"/>
                <a:sym typeface="Ubuntu"/>
              </a:rPr>
              <a:t>Data Management</a:t>
            </a:r>
            <a:endParaRPr b="1" i="0" sz="1819" u="none" cap="none" strike="noStrike">
              <a:solidFill>
                <a:srgbClr val="FFFFFF"/>
              </a:solidFill>
              <a:latin typeface="Ubuntu"/>
              <a:ea typeface="Ubuntu"/>
              <a:cs typeface="Ubuntu"/>
              <a:sym typeface="Ubuntu"/>
            </a:endParaRPr>
          </a:p>
        </p:txBody>
      </p:sp>
      <p:pic>
        <p:nvPicPr>
          <p:cNvPr id="293" name="Google Shape;293;g3ea228b06ea_0_1"/>
          <p:cNvPicPr preferRelativeResize="0"/>
          <p:nvPr/>
        </p:nvPicPr>
        <p:blipFill rotWithShape="1">
          <a:blip r:embed="rId23">
            <a:alphaModFix/>
          </a:blip>
          <a:srcRect b="0" l="0" r="0" t="0"/>
          <a:stretch/>
        </p:blipFill>
        <p:spPr>
          <a:xfrm>
            <a:off x="14570561" y="6540220"/>
            <a:ext cx="704074" cy="239277"/>
          </a:xfrm>
          <a:prstGeom prst="rect">
            <a:avLst/>
          </a:prstGeom>
          <a:noFill/>
          <a:ln>
            <a:noFill/>
          </a:ln>
        </p:spPr>
      </p:pic>
      <p:pic>
        <p:nvPicPr>
          <p:cNvPr id="294" name="Google Shape;294;g3ea228b06ea_0_1"/>
          <p:cNvPicPr preferRelativeResize="0"/>
          <p:nvPr/>
        </p:nvPicPr>
        <p:blipFill rotWithShape="1">
          <a:blip r:embed="rId24">
            <a:alphaModFix/>
          </a:blip>
          <a:srcRect b="0" l="0" r="0" t="0"/>
          <a:stretch/>
        </p:blipFill>
        <p:spPr>
          <a:xfrm>
            <a:off x="2162888" y="3759885"/>
            <a:ext cx="626784" cy="463820"/>
          </a:xfrm>
          <a:prstGeom prst="rect">
            <a:avLst/>
          </a:prstGeom>
          <a:noFill/>
          <a:ln>
            <a:noFill/>
          </a:ln>
        </p:spPr>
      </p:pic>
      <p:pic>
        <p:nvPicPr>
          <p:cNvPr id="295" name="Google Shape;295;g3ea228b06ea_0_1"/>
          <p:cNvPicPr preferRelativeResize="0"/>
          <p:nvPr/>
        </p:nvPicPr>
        <p:blipFill rotWithShape="1">
          <a:blip r:embed="rId25">
            <a:alphaModFix/>
          </a:blip>
          <a:srcRect b="0" l="0" r="0" t="0"/>
          <a:stretch/>
        </p:blipFill>
        <p:spPr>
          <a:xfrm>
            <a:off x="6294652" y="5053225"/>
            <a:ext cx="1438145" cy="604802"/>
          </a:xfrm>
          <a:prstGeom prst="rect">
            <a:avLst/>
          </a:prstGeom>
          <a:noFill/>
          <a:ln>
            <a:noFill/>
          </a:ln>
        </p:spPr>
      </p:pic>
      <p:pic>
        <p:nvPicPr>
          <p:cNvPr id="296" name="Google Shape;296;g3ea228b06ea_0_1"/>
          <p:cNvPicPr preferRelativeResize="0"/>
          <p:nvPr/>
        </p:nvPicPr>
        <p:blipFill rotWithShape="1">
          <a:blip r:embed="rId26">
            <a:alphaModFix/>
          </a:blip>
          <a:srcRect b="0" l="0" r="0" t="0"/>
          <a:stretch/>
        </p:blipFill>
        <p:spPr>
          <a:xfrm>
            <a:off x="3654182" y="6638135"/>
            <a:ext cx="964823" cy="509752"/>
          </a:xfrm>
          <a:prstGeom prst="rect">
            <a:avLst/>
          </a:prstGeom>
          <a:noFill/>
          <a:ln>
            <a:noFill/>
          </a:ln>
        </p:spPr>
      </p:pic>
      <p:sp>
        <p:nvSpPr>
          <p:cNvPr id="297" name="Google Shape;297;g3ea228b06ea_0_1"/>
          <p:cNvSpPr/>
          <p:nvPr/>
        </p:nvSpPr>
        <p:spPr>
          <a:xfrm>
            <a:off x="4401942" y="7464459"/>
            <a:ext cx="1573200" cy="1401600"/>
          </a:xfrm>
          <a:prstGeom prst="roundRect">
            <a:avLst>
              <a:gd fmla="val 16667" name="adj"/>
            </a:avLst>
          </a:prstGeom>
          <a:solidFill>
            <a:srgbClr val="FFFFFF"/>
          </a:solidFill>
          <a:ln cap="flat" cmpd="sng" w="26600">
            <a:solidFill>
              <a:srgbClr val="FF9916"/>
            </a:solidFill>
            <a:prstDash val="solid"/>
            <a:round/>
            <a:headEnd len="sm" w="sm" type="none"/>
            <a:tailEnd len="sm" w="sm" type="none"/>
          </a:ln>
        </p:spPr>
        <p:txBody>
          <a:bodyPr anchorCtr="0" anchor="ctr" bIns="63875" lIns="63875" spcFirstLastPara="1" rIns="63875" wrap="square" tIns="63875">
            <a:noAutofit/>
          </a:bodyPr>
          <a:lstStyle/>
          <a:p>
            <a:pPr indent="0" lvl="0" marL="0" marR="0" rtl="0" algn="ctr">
              <a:lnSpc>
                <a:spcPct val="100000"/>
              </a:lnSpc>
              <a:spcBef>
                <a:spcPts val="0"/>
              </a:spcBef>
              <a:spcAft>
                <a:spcPts val="0"/>
              </a:spcAft>
              <a:buClr>
                <a:srgbClr val="000000"/>
              </a:buClr>
              <a:buSzPts val="978"/>
              <a:buFont typeface="Arial"/>
              <a:buNone/>
            </a:pPr>
            <a:r>
              <a:t/>
            </a:r>
            <a:endParaRPr b="0" i="0" sz="976" u="none" cap="none" strike="noStrike">
              <a:solidFill>
                <a:srgbClr val="000000"/>
              </a:solidFill>
              <a:latin typeface="Calibri"/>
              <a:ea typeface="Calibri"/>
              <a:cs typeface="Calibri"/>
              <a:sym typeface="Calibri"/>
            </a:endParaRPr>
          </a:p>
        </p:txBody>
      </p:sp>
      <p:sp>
        <p:nvSpPr>
          <p:cNvPr id="298" name="Google Shape;298;g3ea228b06ea_0_1"/>
          <p:cNvSpPr/>
          <p:nvPr/>
        </p:nvSpPr>
        <p:spPr>
          <a:xfrm>
            <a:off x="4405903" y="7487899"/>
            <a:ext cx="1573200" cy="440400"/>
          </a:xfrm>
          <a:prstGeom prst="roundRect">
            <a:avLst>
              <a:gd fmla="val 50000" name="adj"/>
            </a:avLst>
          </a:prstGeom>
          <a:solidFill>
            <a:srgbClr val="FF9916"/>
          </a:solidFill>
          <a:ln cap="flat" cmpd="sng" w="26600">
            <a:solidFill>
              <a:srgbClr val="FF9916"/>
            </a:solidFill>
            <a:prstDash val="solid"/>
            <a:round/>
            <a:headEnd len="sm" w="sm" type="none"/>
            <a:tailEnd len="sm" w="sm" type="none"/>
          </a:ln>
        </p:spPr>
        <p:txBody>
          <a:bodyPr anchorCtr="0" anchor="ctr" bIns="63875" lIns="63875" spcFirstLastPara="1" rIns="63875" wrap="square" tIns="63875">
            <a:noAutofit/>
          </a:bodyPr>
          <a:lstStyle/>
          <a:p>
            <a:pPr indent="0" lvl="0" marL="0" marR="0" rtl="0" algn="ctr">
              <a:lnSpc>
                <a:spcPct val="100000"/>
              </a:lnSpc>
              <a:spcBef>
                <a:spcPts val="0"/>
              </a:spcBef>
              <a:spcAft>
                <a:spcPts val="0"/>
              </a:spcAft>
              <a:buClr>
                <a:srgbClr val="000000"/>
              </a:buClr>
              <a:buSzPts val="1817"/>
              <a:buFont typeface="Arial"/>
              <a:buNone/>
            </a:pPr>
            <a:r>
              <a:rPr b="1" i="0" lang="en-US" sz="1816" u="none" cap="none" strike="noStrike">
                <a:solidFill>
                  <a:srgbClr val="FFFFFF"/>
                </a:solidFill>
                <a:latin typeface="Ubuntu"/>
                <a:ea typeface="Ubuntu"/>
                <a:cs typeface="Ubuntu"/>
                <a:sym typeface="Ubuntu"/>
              </a:rPr>
              <a:t>OS</a:t>
            </a:r>
            <a:endParaRPr b="1" i="0" sz="2132" u="none" cap="none" strike="noStrike">
              <a:solidFill>
                <a:srgbClr val="FFFFFF"/>
              </a:solidFill>
              <a:latin typeface="Ubuntu"/>
              <a:ea typeface="Ubuntu"/>
              <a:cs typeface="Ubuntu"/>
              <a:sym typeface="Ubuntu"/>
            </a:endParaRPr>
          </a:p>
        </p:txBody>
      </p:sp>
      <p:pic>
        <p:nvPicPr>
          <p:cNvPr id="299" name="Google Shape;299;g3ea228b06ea_0_1"/>
          <p:cNvPicPr preferRelativeResize="0"/>
          <p:nvPr/>
        </p:nvPicPr>
        <p:blipFill rotWithShape="1">
          <a:blip r:embed="rId27">
            <a:alphaModFix/>
          </a:blip>
          <a:srcRect b="0" l="0" r="0" t="0"/>
          <a:stretch/>
        </p:blipFill>
        <p:spPr>
          <a:xfrm>
            <a:off x="4850632" y="7999825"/>
            <a:ext cx="670502" cy="737567"/>
          </a:xfrm>
          <a:prstGeom prst="rect">
            <a:avLst/>
          </a:prstGeom>
          <a:noFill/>
          <a:ln>
            <a:noFill/>
          </a:ln>
        </p:spPr>
      </p:pic>
      <p:sp>
        <p:nvSpPr>
          <p:cNvPr id="300" name="Google Shape;300;g3ea228b06ea_0_1"/>
          <p:cNvSpPr/>
          <p:nvPr/>
        </p:nvSpPr>
        <p:spPr>
          <a:xfrm>
            <a:off x="13324506" y="2124419"/>
            <a:ext cx="3341100" cy="2197800"/>
          </a:xfrm>
          <a:prstGeom prst="roundRect">
            <a:avLst>
              <a:gd fmla="val 16667" name="adj"/>
            </a:avLst>
          </a:prstGeom>
          <a:solidFill>
            <a:srgbClr val="FFFFFF"/>
          </a:solidFill>
          <a:ln cap="flat" cmpd="sng" w="28575">
            <a:solidFill>
              <a:srgbClr val="FF9916"/>
            </a:solidFill>
            <a:prstDash val="solid"/>
            <a:round/>
            <a:headEnd len="sm" w="sm" type="none"/>
            <a:tailEnd len="sm" w="sm" type="none"/>
          </a:ln>
        </p:spPr>
        <p:txBody>
          <a:bodyPr anchorCtr="0" anchor="ctr" bIns="92525" lIns="92525" spcFirstLastPara="1" rIns="92525" wrap="square" tIns="92525">
            <a:noAutofit/>
          </a:bodyPr>
          <a:lstStyle/>
          <a:p>
            <a:pPr indent="0" lvl="0" marL="0" marR="0" rtl="0" algn="ctr">
              <a:lnSpc>
                <a:spcPct val="100000"/>
              </a:lnSpc>
              <a:spcBef>
                <a:spcPts val="0"/>
              </a:spcBef>
              <a:spcAft>
                <a:spcPts val="0"/>
              </a:spcAft>
              <a:buClr>
                <a:srgbClr val="000000"/>
              </a:buClr>
              <a:buSzPts val="1417"/>
              <a:buFont typeface="Arial"/>
              <a:buNone/>
            </a:pPr>
            <a:r>
              <a:t/>
            </a:r>
            <a:endParaRPr b="0" i="0" sz="1415" u="none" cap="none" strike="noStrike">
              <a:solidFill>
                <a:srgbClr val="000000"/>
              </a:solidFill>
              <a:latin typeface="Calibri"/>
              <a:ea typeface="Calibri"/>
              <a:cs typeface="Calibri"/>
              <a:sym typeface="Calibri"/>
            </a:endParaRPr>
          </a:p>
        </p:txBody>
      </p:sp>
      <p:sp>
        <p:nvSpPr>
          <p:cNvPr id="301" name="Google Shape;301;g3ea228b06ea_0_1"/>
          <p:cNvSpPr/>
          <p:nvPr/>
        </p:nvSpPr>
        <p:spPr>
          <a:xfrm>
            <a:off x="13350985" y="2149989"/>
            <a:ext cx="3288000" cy="477300"/>
          </a:xfrm>
          <a:prstGeom prst="roundRect">
            <a:avLst>
              <a:gd fmla="val 50000" name="adj"/>
            </a:avLst>
          </a:prstGeom>
          <a:solidFill>
            <a:srgbClr val="FF9916"/>
          </a:solidFill>
          <a:ln cap="flat" cmpd="sng" w="26600">
            <a:solidFill>
              <a:srgbClr val="FF9916"/>
            </a:solidFill>
            <a:prstDash val="solid"/>
            <a:round/>
            <a:headEnd len="sm" w="sm" type="none"/>
            <a:tailEnd len="sm" w="sm" type="none"/>
          </a:ln>
        </p:spPr>
        <p:txBody>
          <a:bodyPr anchorCtr="0" anchor="ctr" bIns="63875" lIns="63875" spcFirstLastPara="1" rIns="63875" wrap="square" tIns="63875">
            <a:noAutofit/>
          </a:bodyPr>
          <a:lstStyle/>
          <a:p>
            <a:pPr indent="0" lvl="0" marL="0" marR="0" rtl="0" algn="ctr">
              <a:lnSpc>
                <a:spcPct val="100000"/>
              </a:lnSpc>
              <a:spcBef>
                <a:spcPts val="0"/>
              </a:spcBef>
              <a:spcAft>
                <a:spcPts val="0"/>
              </a:spcAft>
              <a:buClr>
                <a:srgbClr val="000000"/>
              </a:buClr>
              <a:buSzPts val="2446"/>
              <a:buFont typeface="Arial"/>
              <a:buNone/>
            </a:pPr>
            <a:r>
              <a:rPr b="1" i="0" lang="en-US" sz="1819" u="none" cap="none" strike="noStrike">
                <a:solidFill>
                  <a:srgbClr val="FFFFFF"/>
                </a:solidFill>
                <a:latin typeface="Ubuntu"/>
                <a:ea typeface="Ubuntu"/>
                <a:cs typeface="Ubuntu"/>
                <a:sym typeface="Ubuntu"/>
              </a:rPr>
              <a:t>Data Security</a:t>
            </a:r>
            <a:endParaRPr b="1" i="0" sz="1819" u="none" cap="none" strike="noStrike">
              <a:solidFill>
                <a:srgbClr val="FFFFFF"/>
              </a:solidFill>
              <a:latin typeface="Ubuntu"/>
              <a:ea typeface="Ubuntu"/>
              <a:cs typeface="Ubuntu"/>
              <a:sym typeface="Ubuntu"/>
            </a:endParaRPr>
          </a:p>
        </p:txBody>
      </p:sp>
      <p:sp>
        <p:nvSpPr>
          <p:cNvPr id="302" name="Google Shape;302;g3ea228b06ea_0_1"/>
          <p:cNvSpPr/>
          <p:nvPr/>
        </p:nvSpPr>
        <p:spPr>
          <a:xfrm>
            <a:off x="14351550" y="4439226"/>
            <a:ext cx="2311500" cy="1401600"/>
          </a:xfrm>
          <a:prstGeom prst="roundRect">
            <a:avLst>
              <a:gd fmla="val 16667" name="adj"/>
            </a:avLst>
          </a:prstGeom>
          <a:solidFill>
            <a:srgbClr val="FFFFFF"/>
          </a:solidFill>
          <a:ln cap="flat" cmpd="sng" w="28575">
            <a:solidFill>
              <a:srgbClr val="FF9916"/>
            </a:solidFill>
            <a:prstDash val="solid"/>
            <a:round/>
            <a:headEnd len="sm" w="sm" type="none"/>
            <a:tailEnd len="sm" w="sm" type="none"/>
          </a:ln>
        </p:spPr>
        <p:txBody>
          <a:bodyPr anchorCtr="0" anchor="ctr" bIns="92525" lIns="92525" spcFirstLastPara="1" rIns="92525" wrap="square" tIns="92525">
            <a:noAutofit/>
          </a:bodyPr>
          <a:lstStyle/>
          <a:p>
            <a:pPr indent="0" lvl="0" marL="0" marR="0" rtl="0" algn="ctr">
              <a:lnSpc>
                <a:spcPct val="100000"/>
              </a:lnSpc>
              <a:spcBef>
                <a:spcPts val="0"/>
              </a:spcBef>
              <a:spcAft>
                <a:spcPts val="0"/>
              </a:spcAft>
              <a:buClr>
                <a:srgbClr val="000000"/>
              </a:buClr>
              <a:buSzPts val="1417"/>
              <a:buFont typeface="Arial"/>
              <a:buNone/>
            </a:pPr>
            <a:r>
              <a:t/>
            </a:r>
            <a:endParaRPr b="0" i="0" sz="1415" u="none" cap="none" strike="noStrike">
              <a:solidFill>
                <a:srgbClr val="000000"/>
              </a:solidFill>
              <a:latin typeface="Calibri"/>
              <a:ea typeface="Calibri"/>
              <a:cs typeface="Calibri"/>
              <a:sym typeface="Calibri"/>
            </a:endParaRPr>
          </a:p>
        </p:txBody>
      </p:sp>
      <p:sp>
        <p:nvSpPr>
          <p:cNvPr id="303" name="Google Shape;303;g3ea228b06ea_0_1"/>
          <p:cNvSpPr/>
          <p:nvPr/>
        </p:nvSpPr>
        <p:spPr>
          <a:xfrm>
            <a:off x="14369889" y="4464813"/>
            <a:ext cx="2274600" cy="477300"/>
          </a:xfrm>
          <a:prstGeom prst="roundRect">
            <a:avLst>
              <a:gd fmla="val 50000" name="adj"/>
            </a:avLst>
          </a:prstGeom>
          <a:solidFill>
            <a:srgbClr val="FF9916"/>
          </a:solidFill>
          <a:ln cap="flat" cmpd="sng" w="26600">
            <a:solidFill>
              <a:srgbClr val="FF9916"/>
            </a:solidFill>
            <a:prstDash val="solid"/>
            <a:round/>
            <a:headEnd len="sm" w="sm" type="none"/>
            <a:tailEnd len="sm" w="sm" type="none"/>
          </a:ln>
        </p:spPr>
        <p:txBody>
          <a:bodyPr anchorCtr="0" anchor="ctr" bIns="63875" lIns="63875" spcFirstLastPara="1" rIns="63875" wrap="square" tIns="63875">
            <a:noAutofit/>
          </a:bodyPr>
          <a:lstStyle/>
          <a:p>
            <a:pPr indent="0" lvl="0" marL="0" marR="0" rtl="0" algn="ctr">
              <a:lnSpc>
                <a:spcPct val="100000"/>
              </a:lnSpc>
              <a:spcBef>
                <a:spcPts val="0"/>
              </a:spcBef>
              <a:spcAft>
                <a:spcPts val="0"/>
              </a:spcAft>
              <a:buClr>
                <a:srgbClr val="000000"/>
              </a:buClr>
              <a:buSzPts val="2446"/>
              <a:buFont typeface="Arial"/>
              <a:buNone/>
            </a:pPr>
            <a:r>
              <a:rPr b="1" i="0" lang="en-US" sz="1819" u="none" cap="none" strike="noStrike">
                <a:solidFill>
                  <a:srgbClr val="FFFFFF"/>
                </a:solidFill>
                <a:latin typeface="Ubuntu"/>
                <a:ea typeface="Ubuntu"/>
                <a:cs typeface="Ubuntu"/>
                <a:sym typeface="Ubuntu"/>
              </a:rPr>
              <a:t>PAM</a:t>
            </a:r>
            <a:endParaRPr b="1" i="0" sz="1819" u="none" cap="none" strike="noStrike">
              <a:solidFill>
                <a:srgbClr val="FFFFFF"/>
              </a:solidFill>
              <a:latin typeface="Ubuntu"/>
              <a:ea typeface="Ubuntu"/>
              <a:cs typeface="Ubuntu"/>
              <a:sym typeface="Ubuntu"/>
            </a:endParaRPr>
          </a:p>
        </p:txBody>
      </p:sp>
      <p:sp>
        <p:nvSpPr>
          <p:cNvPr id="304" name="Google Shape;304;g3ea228b06ea_0_1"/>
          <p:cNvSpPr/>
          <p:nvPr/>
        </p:nvSpPr>
        <p:spPr>
          <a:xfrm>
            <a:off x="6157375" y="7464481"/>
            <a:ext cx="2311500" cy="1401600"/>
          </a:xfrm>
          <a:prstGeom prst="roundRect">
            <a:avLst>
              <a:gd fmla="val 16667" name="adj"/>
            </a:avLst>
          </a:prstGeom>
          <a:solidFill>
            <a:srgbClr val="FFFFFF"/>
          </a:solidFill>
          <a:ln cap="flat" cmpd="sng" w="38525">
            <a:solidFill>
              <a:srgbClr val="FF9916"/>
            </a:solidFill>
            <a:prstDash val="solid"/>
            <a:round/>
            <a:headEnd len="sm" w="sm" type="none"/>
            <a:tailEnd len="sm" w="sm" type="none"/>
          </a:ln>
        </p:spPr>
        <p:txBody>
          <a:bodyPr anchorCtr="0" anchor="ctr" bIns="92525" lIns="92525" spcFirstLastPara="1" rIns="92525" wrap="square" tIns="92525">
            <a:noAutofit/>
          </a:bodyPr>
          <a:lstStyle/>
          <a:p>
            <a:pPr indent="0" lvl="0" marL="0" marR="0" rtl="0" algn="ctr">
              <a:lnSpc>
                <a:spcPct val="100000"/>
              </a:lnSpc>
              <a:spcBef>
                <a:spcPts val="0"/>
              </a:spcBef>
              <a:spcAft>
                <a:spcPts val="0"/>
              </a:spcAft>
              <a:buClr>
                <a:srgbClr val="000000"/>
              </a:buClr>
              <a:buSzPts val="1417"/>
              <a:buFont typeface="Arial"/>
              <a:buNone/>
            </a:pPr>
            <a:r>
              <a:t/>
            </a:r>
            <a:endParaRPr b="0" i="0" sz="1415" u="none" cap="none" strike="noStrike">
              <a:solidFill>
                <a:srgbClr val="000000"/>
              </a:solidFill>
              <a:latin typeface="Calibri"/>
              <a:ea typeface="Calibri"/>
              <a:cs typeface="Calibri"/>
              <a:sym typeface="Calibri"/>
            </a:endParaRPr>
          </a:p>
        </p:txBody>
      </p:sp>
      <p:sp>
        <p:nvSpPr>
          <p:cNvPr id="305" name="Google Shape;305;g3ea228b06ea_0_1"/>
          <p:cNvSpPr/>
          <p:nvPr/>
        </p:nvSpPr>
        <p:spPr>
          <a:xfrm>
            <a:off x="6175701" y="7490050"/>
            <a:ext cx="2274300" cy="477300"/>
          </a:xfrm>
          <a:prstGeom prst="roundRect">
            <a:avLst>
              <a:gd fmla="val 50000" name="adj"/>
            </a:avLst>
          </a:prstGeom>
          <a:solidFill>
            <a:srgbClr val="FF9916"/>
          </a:solidFill>
          <a:ln cap="flat" cmpd="sng" w="26600">
            <a:solidFill>
              <a:srgbClr val="FF9916"/>
            </a:solidFill>
            <a:prstDash val="solid"/>
            <a:round/>
            <a:headEnd len="sm" w="sm" type="none"/>
            <a:tailEnd len="sm" w="sm" type="none"/>
          </a:ln>
        </p:spPr>
        <p:txBody>
          <a:bodyPr anchorCtr="0" anchor="ctr" bIns="63875" lIns="63875" spcFirstLastPara="1" rIns="63875" wrap="square" tIns="63875">
            <a:noAutofit/>
          </a:bodyPr>
          <a:lstStyle/>
          <a:p>
            <a:pPr indent="0" lvl="0" marL="0" marR="0" rtl="0" algn="ctr">
              <a:lnSpc>
                <a:spcPct val="100000"/>
              </a:lnSpc>
              <a:spcBef>
                <a:spcPts val="0"/>
              </a:spcBef>
              <a:spcAft>
                <a:spcPts val="0"/>
              </a:spcAft>
              <a:buClr>
                <a:srgbClr val="000000"/>
              </a:buClr>
              <a:buSzPts val="2446"/>
              <a:buFont typeface="Arial"/>
              <a:buNone/>
            </a:pPr>
            <a:r>
              <a:rPr b="1" i="0" lang="en-US" sz="1819" u="none" cap="none" strike="noStrike">
                <a:solidFill>
                  <a:srgbClr val="FFFFFF"/>
                </a:solidFill>
                <a:latin typeface="Ubuntu"/>
                <a:ea typeface="Ubuntu"/>
                <a:cs typeface="Ubuntu"/>
                <a:sym typeface="Ubuntu"/>
              </a:rPr>
              <a:t>Network Security</a:t>
            </a:r>
            <a:endParaRPr b="1" i="0" sz="1819" u="none" cap="none" strike="noStrike">
              <a:solidFill>
                <a:srgbClr val="FFFFFF"/>
              </a:solidFill>
              <a:latin typeface="Ubuntu"/>
              <a:ea typeface="Ubuntu"/>
              <a:cs typeface="Ubuntu"/>
              <a:sym typeface="Ubuntu"/>
            </a:endParaRPr>
          </a:p>
        </p:txBody>
      </p:sp>
      <p:sp>
        <p:nvSpPr>
          <p:cNvPr id="306" name="Google Shape;306;g3ea228b06ea_0_1"/>
          <p:cNvSpPr/>
          <p:nvPr/>
        </p:nvSpPr>
        <p:spPr>
          <a:xfrm>
            <a:off x="15508338" y="2629741"/>
            <a:ext cx="1187814" cy="691478"/>
          </a:xfrm>
          <a:custGeom>
            <a:rect b="b" l="l" r="r" t="t"/>
            <a:pathLst>
              <a:path extrusionOk="0" h="1425727" w="2449101">
                <a:moveTo>
                  <a:pt x="0" y="0"/>
                </a:moveTo>
                <a:lnTo>
                  <a:pt x="2449101" y="0"/>
                </a:lnTo>
                <a:lnTo>
                  <a:pt x="2449101" y="1425727"/>
                </a:lnTo>
                <a:lnTo>
                  <a:pt x="0" y="1425727"/>
                </a:lnTo>
                <a:lnTo>
                  <a:pt x="0" y="0"/>
                </a:lnTo>
                <a:close/>
              </a:path>
            </a:pathLst>
          </a:custGeom>
          <a:blipFill rotWithShape="1">
            <a:blip r:embed="rId2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7" name="Google Shape;307;g3ea228b06ea_0_1"/>
          <p:cNvSpPr/>
          <p:nvPr/>
        </p:nvSpPr>
        <p:spPr>
          <a:xfrm>
            <a:off x="13386308" y="2738663"/>
            <a:ext cx="1165443" cy="367114"/>
          </a:xfrm>
          <a:custGeom>
            <a:rect b="b" l="l" r="r" t="t"/>
            <a:pathLst>
              <a:path extrusionOk="0" h="466177" w="1983732">
                <a:moveTo>
                  <a:pt x="0" y="0"/>
                </a:moveTo>
                <a:lnTo>
                  <a:pt x="1983733" y="0"/>
                </a:lnTo>
                <a:lnTo>
                  <a:pt x="1983733" y="466177"/>
                </a:lnTo>
                <a:lnTo>
                  <a:pt x="0" y="466177"/>
                </a:lnTo>
                <a:lnTo>
                  <a:pt x="0" y="0"/>
                </a:lnTo>
                <a:close/>
              </a:path>
            </a:pathLst>
          </a:cu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8" name="Google Shape;308;g3ea228b06ea_0_1"/>
          <p:cNvSpPr/>
          <p:nvPr/>
        </p:nvSpPr>
        <p:spPr>
          <a:xfrm>
            <a:off x="13762294" y="3074019"/>
            <a:ext cx="1185501" cy="753310"/>
          </a:xfrm>
          <a:custGeom>
            <a:rect b="b" l="l" r="r" t="t"/>
            <a:pathLst>
              <a:path extrusionOk="0" h="1357315" w="2126460">
                <a:moveTo>
                  <a:pt x="0" y="0"/>
                </a:moveTo>
                <a:lnTo>
                  <a:pt x="2126460" y="0"/>
                </a:lnTo>
                <a:lnTo>
                  <a:pt x="2126460" y="1357315"/>
                </a:lnTo>
                <a:lnTo>
                  <a:pt x="0" y="1357315"/>
                </a:lnTo>
                <a:lnTo>
                  <a:pt x="0" y="0"/>
                </a:lnTo>
                <a:close/>
              </a:path>
            </a:pathLst>
          </a:custGeom>
          <a:blipFill rotWithShape="1">
            <a:blip r:embed="rId29">
              <a:alphaModFix/>
            </a:blip>
            <a:stretch>
              <a:fillRect b="0" l="0" r="0" t="0"/>
            </a:stretch>
          </a:blipFill>
          <a:ln>
            <a:noFill/>
          </a:ln>
        </p:spPr>
        <p:txBody>
          <a:bodyPr anchorCtr="0" anchor="t" bIns="52525" lIns="105000" spcFirstLastPara="1" rIns="105000" wrap="square" tIns="52525">
            <a:noAutofit/>
          </a:bodyPr>
          <a:lstStyle/>
          <a:p>
            <a:pPr indent="0" lvl="0" marL="0" marR="0" rtl="0" algn="l">
              <a:lnSpc>
                <a:spcPct val="100000"/>
              </a:lnSpc>
              <a:spcBef>
                <a:spcPts val="0"/>
              </a:spcBef>
              <a:spcAft>
                <a:spcPts val="0"/>
              </a:spcAft>
              <a:buClr>
                <a:srgbClr val="000000"/>
              </a:buClr>
              <a:buSzPts val="2067"/>
              <a:buFont typeface="Arial"/>
              <a:buNone/>
            </a:pPr>
            <a:r>
              <a:t/>
            </a:r>
            <a:endParaRPr b="0" i="0" sz="2066" u="none" cap="none" strike="noStrike">
              <a:solidFill>
                <a:srgbClr val="000000"/>
              </a:solidFill>
              <a:latin typeface="Calibri"/>
              <a:ea typeface="Calibri"/>
              <a:cs typeface="Calibri"/>
              <a:sym typeface="Calibri"/>
            </a:endParaRPr>
          </a:p>
        </p:txBody>
      </p:sp>
      <p:sp>
        <p:nvSpPr>
          <p:cNvPr id="309" name="Google Shape;309;g3ea228b06ea_0_1"/>
          <p:cNvSpPr/>
          <p:nvPr/>
        </p:nvSpPr>
        <p:spPr>
          <a:xfrm>
            <a:off x="14617031" y="2777109"/>
            <a:ext cx="965962" cy="290705"/>
          </a:xfrm>
          <a:custGeom>
            <a:rect b="b" l="l" r="r" t="t"/>
            <a:pathLst>
              <a:path extrusionOk="0" h="412347" w="1527212">
                <a:moveTo>
                  <a:pt x="0" y="0"/>
                </a:moveTo>
                <a:lnTo>
                  <a:pt x="1527212" y="0"/>
                </a:lnTo>
                <a:lnTo>
                  <a:pt x="1527212" y="412347"/>
                </a:lnTo>
                <a:lnTo>
                  <a:pt x="0" y="412347"/>
                </a:lnTo>
                <a:lnTo>
                  <a:pt x="0" y="0"/>
                </a:lnTo>
                <a:close/>
              </a:path>
            </a:pathLst>
          </a:custGeom>
          <a:blipFill rotWithShape="1">
            <a:blip r:embed="rId30">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0" name="Google Shape;310;g3ea228b06ea_0_1"/>
          <p:cNvSpPr/>
          <p:nvPr/>
        </p:nvSpPr>
        <p:spPr>
          <a:xfrm>
            <a:off x="14709788" y="3914467"/>
            <a:ext cx="1778372" cy="184188"/>
          </a:xfrm>
          <a:custGeom>
            <a:rect b="b" l="l" r="r" t="t"/>
            <a:pathLst>
              <a:path extrusionOk="0" h="317566" w="2674243">
                <a:moveTo>
                  <a:pt x="0" y="0"/>
                </a:moveTo>
                <a:lnTo>
                  <a:pt x="2674243" y="0"/>
                </a:lnTo>
                <a:lnTo>
                  <a:pt x="2674243" y="317567"/>
                </a:lnTo>
                <a:lnTo>
                  <a:pt x="0" y="317567"/>
                </a:lnTo>
                <a:lnTo>
                  <a:pt x="0" y="0"/>
                </a:lnTo>
                <a:close/>
              </a:path>
            </a:pathLst>
          </a:custGeom>
          <a:blipFill rotWithShape="1">
            <a:blip r:embed="rId31">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11" name="Google Shape;311;g3ea228b06ea_0_1"/>
          <p:cNvPicPr preferRelativeResize="0"/>
          <p:nvPr/>
        </p:nvPicPr>
        <p:blipFill rotWithShape="1">
          <a:blip r:embed="rId32">
            <a:alphaModFix/>
          </a:blip>
          <a:srcRect b="0" l="0" r="0" t="0"/>
          <a:stretch/>
        </p:blipFill>
        <p:spPr>
          <a:xfrm>
            <a:off x="13501868" y="3786175"/>
            <a:ext cx="1165211" cy="467990"/>
          </a:xfrm>
          <a:prstGeom prst="rect">
            <a:avLst/>
          </a:prstGeom>
          <a:noFill/>
          <a:ln>
            <a:noFill/>
          </a:ln>
        </p:spPr>
      </p:pic>
      <p:sp>
        <p:nvSpPr>
          <p:cNvPr id="312" name="Google Shape;312;g3ea228b06ea_0_1"/>
          <p:cNvSpPr/>
          <p:nvPr/>
        </p:nvSpPr>
        <p:spPr>
          <a:xfrm>
            <a:off x="15050425" y="3309085"/>
            <a:ext cx="1107148" cy="344047"/>
          </a:xfrm>
          <a:custGeom>
            <a:rect b="b" l="l" r="r" t="t"/>
            <a:pathLst>
              <a:path extrusionOk="0" h="739886" w="2502030">
                <a:moveTo>
                  <a:pt x="0" y="0"/>
                </a:moveTo>
                <a:lnTo>
                  <a:pt x="2502029" y="0"/>
                </a:lnTo>
                <a:lnTo>
                  <a:pt x="2502029" y="739886"/>
                </a:lnTo>
                <a:lnTo>
                  <a:pt x="0" y="739886"/>
                </a:lnTo>
                <a:lnTo>
                  <a:pt x="0" y="0"/>
                </a:lnTo>
                <a:close/>
              </a:path>
            </a:pathLst>
          </a:custGeom>
          <a:blipFill rotWithShape="1">
            <a:blip r:embed="rId3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3" name="Google Shape;313;g3ea228b06ea_0_1"/>
          <p:cNvSpPr/>
          <p:nvPr/>
        </p:nvSpPr>
        <p:spPr>
          <a:xfrm>
            <a:off x="6425009" y="8033057"/>
            <a:ext cx="1775691" cy="364452"/>
          </a:xfrm>
          <a:custGeom>
            <a:rect b="b" l="l" r="r" t="t"/>
            <a:pathLst>
              <a:path extrusionOk="0" h="492503" w="2680288">
                <a:moveTo>
                  <a:pt x="0" y="0"/>
                </a:moveTo>
                <a:lnTo>
                  <a:pt x="2680288" y="0"/>
                </a:lnTo>
                <a:lnTo>
                  <a:pt x="2680288" y="492503"/>
                </a:lnTo>
                <a:lnTo>
                  <a:pt x="0" y="492503"/>
                </a:lnTo>
                <a:lnTo>
                  <a:pt x="0" y="0"/>
                </a:lnTo>
                <a:close/>
              </a:path>
            </a:pathLst>
          </a:custGeom>
          <a:blipFill rotWithShape="1">
            <a:blip r:embed="rId3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4" name="Google Shape;314;g3ea228b06ea_0_1"/>
          <p:cNvSpPr/>
          <p:nvPr/>
        </p:nvSpPr>
        <p:spPr>
          <a:xfrm>
            <a:off x="6194974" y="7767121"/>
            <a:ext cx="2278131" cy="1724550"/>
          </a:xfrm>
          <a:custGeom>
            <a:rect b="b" l="l" r="r" t="t"/>
            <a:pathLst>
              <a:path extrusionOk="0" h="2017017" w="3027417">
                <a:moveTo>
                  <a:pt x="0" y="0"/>
                </a:moveTo>
                <a:lnTo>
                  <a:pt x="3027417" y="0"/>
                </a:lnTo>
                <a:lnTo>
                  <a:pt x="3027417" y="2017017"/>
                </a:lnTo>
                <a:lnTo>
                  <a:pt x="0" y="2017017"/>
                </a:lnTo>
                <a:lnTo>
                  <a:pt x="0" y="0"/>
                </a:lnTo>
                <a:close/>
              </a:path>
            </a:pathLst>
          </a:custGeom>
          <a:blipFill rotWithShape="1">
            <a:blip r:embed="rId3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g3ea228b06ea_0_1"/>
          <p:cNvSpPr/>
          <p:nvPr/>
        </p:nvSpPr>
        <p:spPr>
          <a:xfrm>
            <a:off x="14912725" y="5410196"/>
            <a:ext cx="1184975" cy="242637"/>
          </a:xfrm>
          <a:custGeom>
            <a:rect b="b" l="l" r="r" t="t"/>
            <a:pathLst>
              <a:path extrusionOk="0" h="614270" w="3485222">
                <a:moveTo>
                  <a:pt x="0" y="0"/>
                </a:moveTo>
                <a:lnTo>
                  <a:pt x="3485222" y="0"/>
                </a:lnTo>
                <a:lnTo>
                  <a:pt x="3485222" y="614270"/>
                </a:lnTo>
                <a:lnTo>
                  <a:pt x="0" y="61427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16" name="Google Shape;316;g3ea228b06ea_0_1"/>
          <p:cNvPicPr preferRelativeResize="0"/>
          <p:nvPr/>
        </p:nvPicPr>
        <p:blipFill rotWithShape="1">
          <a:blip r:embed="rId36">
            <a:alphaModFix/>
          </a:blip>
          <a:srcRect b="12214" l="0" r="0" t="23233"/>
          <a:stretch/>
        </p:blipFill>
        <p:spPr>
          <a:xfrm>
            <a:off x="15585922" y="5039963"/>
            <a:ext cx="909895" cy="293991"/>
          </a:xfrm>
          <a:prstGeom prst="rect">
            <a:avLst/>
          </a:prstGeom>
          <a:noFill/>
          <a:ln>
            <a:noFill/>
          </a:ln>
        </p:spPr>
      </p:pic>
      <p:sp>
        <p:nvSpPr>
          <p:cNvPr id="317" name="Google Shape;317;g3ea228b06ea_0_1"/>
          <p:cNvSpPr/>
          <p:nvPr/>
        </p:nvSpPr>
        <p:spPr>
          <a:xfrm>
            <a:off x="14453654" y="5078021"/>
            <a:ext cx="1018688" cy="220239"/>
          </a:xfrm>
          <a:custGeom>
            <a:rect b="b" l="l" r="r" t="t"/>
            <a:pathLst>
              <a:path extrusionOk="0" h="611774" w="2996141">
                <a:moveTo>
                  <a:pt x="0" y="0"/>
                </a:moveTo>
                <a:lnTo>
                  <a:pt x="2996141" y="0"/>
                </a:lnTo>
                <a:lnTo>
                  <a:pt x="2996141" y="611774"/>
                </a:lnTo>
                <a:lnTo>
                  <a:pt x="0" y="611774"/>
                </a:lnTo>
                <a:lnTo>
                  <a:pt x="0" y="0"/>
                </a:lnTo>
                <a:close/>
              </a:path>
            </a:pathLst>
          </a:custGeom>
          <a:blipFill rotWithShape="1">
            <a:blip r:embed="rId37">
              <a:alphaModFix/>
            </a:blip>
            <a:stretch>
              <a:fillRect b="-897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318" name="Google Shape;318;g3ea228b06ea_0_1"/>
          <p:cNvGrpSpPr/>
          <p:nvPr/>
        </p:nvGrpSpPr>
        <p:grpSpPr>
          <a:xfrm>
            <a:off x="8650954" y="5944290"/>
            <a:ext cx="5424300" cy="1456226"/>
            <a:chOff x="11281900" y="7633014"/>
            <a:chExt cx="5424300" cy="1456226"/>
          </a:xfrm>
        </p:grpSpPr>
        <p:sp>
          <p:nvSpPr>
            <p:cNvPr id="319" name="Google Shape;319;g3ea228b06ea_0_1"/>
            <p:cNvSpPr/>
            <p:nvPr/>
          </p:nvSpPr>
          <p:spPr>
            <a:xfrm>
              <a:off x="11281900" y="7633014"/>
              <a:ext cx="5424300" cy="1430700"/>
            </a:xfrm>
            <a:prstGeom prst="roundRect">
              <a:avLst>
                <a:gd fmla="val 16667" name="adj"/>
              </a:avLst>
            </a:prstGeom>
            <a:solidFill>
              <a:srgbClr val="FFFFFF"/>
            </a:solidFill>
            <a:ln cap="flat" cmpd="sng" w="28575">
              <a:solidFill>
                <a:srgbClr val="FF9916"/>
              </a:solidFill>
              <a:prstDash val="solid"/>
              <a:round/>
              <a:headEnd len="sm" w="sm" type="none"/>
              <a:tailEnd len="sm" w="sm" type="none"/>
            </a:ln>
          </p:spPr>
          <p:txBody>
            <a:bodyPr anchorCtr="0" anchor="ctr" bIns="92525" lIns="92525" spcFirstLastPara="1" rIns="92525" wrap="square" tIns="92525">
              <a:noAutofit/>
            </a:bodyPr>
            <a:lstStyle/>
            <a:p>
              <a:pPr indent="0" lvl="0" marL="0" marR="0" rtl="0" algn="ctr">
                <a:lnSpc>
                  <a:spcPct val="100000"/>
                </a:lnSpc>
                <a:spcBef>
                  <a:spcPts val="0"/>
                </a:spcBef>
                <a:spcAft>
                  <a:spcPts val="0"/>
                </a:spcAft>
                <a:buClr>
                  <a:srgbClr val="000000"/>
                </a:buClr>
                <a:buSzPts val="1417"/>
                <a:buFont typeface="Arial"/>
                <a:buNone/>
              </a:pPr>
              <a:r>
                <a:t/>
              </a:r>
              <a:endParaRPr b="0" i="0" sz="1415" u="none" cap="none" strike="noStrike">
                <a:solidFill>
                  <a:srgbClr val="000000"/>
                </a:solidFill>
                <a:latin typeface="Calibri"/>
                <a:ea typeface="Calibri"/>
                <a:cs typeface="Calibri"/>
                <a:sym typeface="Calibri"/>
              </a:endParaRPr>
            </a:p>
          </p:txBody>
        </p:sp>
        <p:sp>
          <p:nvSpPr>
            <p:cNvPr id="320" name="Google Shape;320;g3ea228b06ea_0_1"/>
            <p:cNvSpPr/>
            <p:nvPr/>
          </p:nvSpPr>
          <p:spPr>
            <a:xfrm>
              <a:off x="11304079" y="7651132"/>
              <a:ext cx="5378700" cy="477300"/>
            </a:xfrm>
            <a:prstGeom prst="roundRect">
              <a:avLst>
                <a:gd fmla="val 50000" name="adj"/>
              </a:avLst>
            </a:prstGeom>
            <a:solidFill>
              <a:srgbClr val="FF9916"/>
            </a:solidFill>
            <a:ln cap="flat" cmpd="sng" w="26600">
              <a:solidFill>
                <a:srgbClr val="FF9916"/>
              </a:solidFill>
              <a:prstDash val="solid"/>
              <a:round/>
              <a:headEnd len="sm" w="sm" type="none"/>
              <a:tailEnd len="sm" w="sm" type="none"/>
            </a:ln>
          </p:spPr>
          <p:txBody>
            <a:bodyPr anchorCtr="0" anchor="ctr" bIns="63875" lIns="63875" spcFirstLastPara="1" rIns="63875" wrap="square" tIns="63875">
              <a:noAutofit/>
            </a:bodyPr>
            <a:lstStyle/>
            <a:p>
              <a:pPr indent="0" lvl="0" marL="0" marR="0" rtl="0" algn="ctr">
                <a:lnSpc>
                  <a:spcPct val="100000"/>
                </a:lnSpc>
                <a:spcBef>
                  <a:spcPts val="0"/>
                </a:spcBef>
                <a:spcAft>
                  <a:spcPts val="0"/>
                </a:spcAft>
                <a:buClr>
                  <a:srgbClr val="000000"/>
                </a:buClr>
                <a:buSzPts val="2446"/>
                <a:buFont typeface="Arial"/>
                <a:buNone/>
              </a:pPr>
              <a:r>
                <a:rPr b="1" i="0" lang="en-US" sz="1819" u="none" cap="none" strike="noStrike">
                  <a:solidFill>
                    <a:srgbClr val="FFFFFF"/>
                  </a:solidFill>
                  <a:latin typeface="Ubuntu"/>
                  <a:ea typeface="Ubuntu"/>
                  <a:cs typeface="Ubuntu"/>
                  <a:sym typeface="Ubuntu"/>
                </a:rPr>
                <a:t>AI &amp; Cloud</a:t>
              </a:r>
              <a:endParaRPr b="1" i="0" sz="1819" u="none" cap="none" strike="noStrike">
                <a:solidFill>
                  <a:srgbClr val="FFFFFF"/>
                </a:solidFill>
                <a:latin typeface="Ubuntu"/>
                <a:ea typeface="Ubuntu"/>
                <a:cs typeface="Ubuntu"/>
                <a:sym typeface="Ubuntu"/>
              </a:endParaRPr>
            </a:p>
          </p:txBody>
        </p:sp>
        <p:pic>
          <p:nvPicPr>
            <p:cNvPr id="321" name="Google Shape;321;g3ea228b06ea_0_1"/>
            <p:cNvPicPr preferRelativeResize="0"/>
            <p:nvPr/>
          </p:nvPicPr>
          <p:blipFill rotWithShape="1">
            <a:blip r:embed="rId38">
              <a:alphaModFix/>
            </a:blip>
            <a:srcRect b="0" l="0" r="0" t="0"/>
            <a:stretch/>
          </p:blipFill>
          <p:spPr>
            <a:xfrm>
              <a:off x="15840593" y="8688899"/>
              <a:ext cx="773601" cy="223688"/>
            </a:xfrm>
            <a:prstGeom prst="rect">
              <a:avLst/>
            </a:prstGeom>
            <a:solidFill>
              <a:srgbClr val="FFFFFF"/>
            </a:solidFill>
            <a:ln>
              <a:noFill/>
            </a:ln>
          </p:spPr>
        </p:pic>
        <p:pic>
          <p:nvPicPr>
            <p:cNvPr id="322" name="Google Shape;322;g3ea228b06ea_0_1"/>
            <p:cNvPicPr preferRelativeResize="0"/>
            <p:nvPr/>
          </p:nvPicPr>
          <p:blipFill rotWithShape="1">
            <a:blip r:embed="rId39">
              <a:alphaModFix/>
            </a:blip>
            <a:srcRect b="0" l="0" r="0" t="0"/>
            <a:stretch/>
          </p:blipFill>
          <p:spPr>
            <a:xfrm>
              <a:off x="15407349" y="8252285"/>
              <a:ext cx="496724" cy="297862"/>
            </a:xfrm>
            <a:prstGeom prst="rect">
              <a:avLst/>
            </a:prstGeom>
            <a:solidFill>
              <a:srgbClr val="FFFFFF"/>
            </a:solidFill>
            <a:ln>
              <a:noFill/>
            </a:ln>
          </p:spPr>
        </p:pic>
        <p:pic>
          <p:nvPicPr>
            <p:cNvPr id="323" name="Google Shape;323;g3ea228b06ea_0_1"/>
            <p:cNvPicPr preferRelativeResize="0"/>
            <p:nvPr/>
          </p:nvPicPr>
          <p:blipFill rotWithShape="1">
            <a:blip r:embed="rId40">
              <a:alphaModFix/>
            </a:blip>
            <a:srcRect b="0" l="0" r="0" t="0"/>
            <a:stretch/>
          </p:blipFill>
          <p:spPr>
            <a:xfrm>
              <a:off x="14499413" y="8174507"/>
              <a:ext cx="704074" cy="421228"/>
            </a:xfrm>
            <a:prstGeom prst="rect">
              <a:avLst/>
            </a:prstGeom>
            <a:noFill/>
            <a:ln>
              <a:noFill/>
            </a:ln>
          </p:spPr>
        </p:pic>
        <p:pic>
          <p:nvPicPr>
            <p:cNvPr id="324" name="Google Shape;324;g3ea228b06ea_0_1"/>
            <p:cNvPicPr preferRelativeResize="0"/>
            <p:nvPr/>
          </p:nvPicPr>
          <p:blipFill rotWithShape="1">
            <a:blip r:embed="rId41">
              <a:alphaModFix/>
            </a:blip>
            <a:srcRect b="0" l="24053" r="25754" t="0"/>
            <a:stretch/>
          </p:blipFill>
          <p:spPr>
            <a:xfrm>
              <a:off x="16047163" y="8182837"/>
              <a:ext cx="496725" cy="415632"/>
            </a:xfrm>
            <a:prstGeom prst="rect">
              <a:avLst/>
            </a:prstGeom>
            <a:noFill/>
            <a:ln>
              <a:noFill/>
            </a:ln>
          </p:spPr>
        </p:pic>
        <p:pic>
          <p:nvPicPr>
            <p:cNvPr id="325" name="Google Shape;325;g3ea228b06ea_0_1"/>
            <p:cNvPicPr preferRelativeResize="0"/>
            <p:nvPr/>
          </p:nvPicPr>
          <p:blipFill rotWithShape="1">
            <a:blip r:embed="rId42">
              <a:alphaModFix/>
            </a:blip>
            <a:srcRect b="0" l="0" r="0" t="0"/>
            <a:stretch/>
          </p:blipFill>
          <p:spPr>
            <a:xfrm>
              <a:off x="11387826" y="8490092"/>
              <a:ext cx="548450" cy="234298"/>
            </a:xfrm>
            <a:prstGeom prst="rect">
              <a:avLst/>
            </a:prstGeom>
            <a:noFill/>
            <a:ln>
              <a:noFill/>
            </a:ln>
          </p:spPr>
        </p:pic>
        <p:pic>
          <p:nvPicPr>
            <p:cNvPr id="326" name="Google Shape;326;g3ea228b06ea_0_1"/>
            <p:cNvPicPr preferRelativeResize="0"/>
            <p:nvPr/>
          </p:nvPicPr>
          <p:blipFill rotWithShape="1">
            <a:blip r:embed="rId43">
              <a:alphaModFix/>
            </a:blip>
            <a:srcRect b="0" l="0" r="0" t="0"/>
            <a:stretch/>
          </p:blipFill>
          <p:spPr>
            <a:xfrm>
              <a:off x="12842211" y="8639930"/>
              <a:ext cx="965975" cy="292429"/>
            </a:xfrm>
            <a:prstGeom prst="rect">
              <a:avLst/>
            </a:prstGeom>
            <a:noFill/>
            <a:ln>
              <a:noFill/>
            </a:ln>
          </p:spPr>
        </p:pic>
        <p:pic>
          <p:nvPicPr>
            <p:cNvPr id="327" name="Google Shape;327;g3ea228b06ea_0_1"/>
            <p:cNvPicPr preferRelativeResize="0"/>
            <p:nvPr/>
          </p:nvPicPr>
          <p:blipFill rotWithShape="1">
            <a:blip r:embed="rId44">
              <a:alphaModFix/>
            </a:blip>
            <a:srcRect b="15604" l="0" r="0" t="19571"/>
            <a:stretch/>
          </p:blipFill>
          <p:spPr>
            <a:xfrm>
              <a:off x="13873438" y="8634390"/>
              <a:ext cx="626777" cy="406330"/>
            </a:xfrm>
            <a:prstGeom prst="rect">
              <a:avLst/>
            </a:prstGeom>
            <a:noFill/>
            <a:ln>
              <a:noFill/>
            </a:ln>
          </p:spPr>
        </p:pic>
        <p:pic>
          <p:nvPicPr>
            <p:cNvPr id="328" name="Google Shape;328;g3ea228b06ea_0_1"/>
            <p:cNvPicPr preferRelativeResize="0"/>
            <p:nvPr/>
          </p:nvPicPr>
          <p:blipFill rotWithShape="1">
            <a:blip r:embed="rId45">
              <a:alphaModFix/>
            </a:blip>
            <a:srcRect b="26063" l="0" r="0" t="26386"/>
            <a:stretch/>
          </p:blipFill>
          <p:spPr>
            <a:xfrm>
              <a:off x="11488185" y="8245698"/>
              <a:ext cx="1083884" cy="289904"/>
            </a:xfrm>
            <a:prstGeom prst="rect">
              <a:avLst/>
            </a:prstGeom>
            <a:solidFill>
              <a:srgbClr val="FEFEFD"/>
            </a:solidFill>
            <a:ln>
              <a:noFill/>
            </a:ln>
          </p:spPr>
        </p:pic>
        <p:pic>
          <p:nvPicPr>
            <p:cNvPr id="329" name="Google Shape;329;g3ea228b06ea_0_1"/>
            <p:cNvPicPr preferRelativeResize="0"/>
            <p:nvPr/>
          </p:nvPicPr>
          <p:blipFill rotWithShape="1">
            <a:blip r:embed="rId46">
              <a:alphaModFix/>
            </a:blip>
            <a:srcRect b="0" l="0" r="0" t="0"/>
            <a:stretch/>
          </p:blipFill>
          <p:spPr>
            <a:xfrm>
              <a:off x="12729192" y="8175529"/>
              <a:ext cx="909896" cy="336324"/>
            </a:xfrm>
            <a:prstGeom prst="rect">
              <a:avLst/>
            </a:prstGeom>
            <a:noFill/>
            <a:ln>
              <a:noFill/>
            </a:ln>
          </p:spPr>
        </p:pic>
        <p:pic>
          <p:nvPicPr>
            <p:cNvPr id="330" name="Google Shape;330;g3ea228b06ea_0_1"/>
            <p:cNvPicPr preferRelativeResize="0"/>
            <p:nvPr/>
          </p:nvPicPr>
          <p:blipFill rotWithShape="1">
            <a:blip r:embed="rId47">
              <a:alphaModFix/>
            </a:blip>
            <a:srcRect b="0" l="0" r="0" t="0"/>
            <a:stretch/>
          </p:blipFill>
          <p:spPr>
            <a:xfrm>
              <a:off x="12111505" y="8522418"/>
              <a:ext cx="690735" cy="511996"/>
            </a:xfrm>
            <a:prstGeom prst="rect">
              <a:avLst/>
            </a:prstGeom>
            <a:noFill/>
            <a:ln>
              <a:noFill/>
            </a:ln>
          </p:spPr>
        </p:pic>
        <p:pic>
          <p:nvPicPr>
            <p:cNvPr id="331" name="Google Shape;331;g3ea228b06ea_0_1"/>
            <p:cNvPicPr preferRelativeResize="0"/>
            <p:nvPr/>
          </p:nvPicPr>
          <p:blipFill rotWithShape="1">
            <a:blip r:embed="rId48">
              <a:alphaModFix/>
            </a:blip>
            <a:srcRect b="0" l="0" r="0" t="0"/>
            <a:stretch/>
          </p:blipFill>
          <p:spPr>
            <a:xfrm>
              <a:off x="13989239" y="8225690"/>
              <a:ext cx="358042" cy="351049"/>
            </a:xfrm>
            <a:prstGeom prst="rect">
              <a:avLst/>
            </a:prstGeom>
            <a:noFill/>
            <a:ln>
              <a:noFill/>
            </a:ln>
          </p:spPr>
        </p:pic>
        <p:sp>
          <p:nvSpPr>
            <p:cNvPr id="332" name="Google Shape;332;g3ea228b06ea_0_1"/>
            <p:cNvSpPr/>
            <p:nvPr/>
          </p:nvSpPr>
          <p:spPr>
            <a:xfrm>
              <a:off x="14538093" y="8630315"/>
              <a:ext cx="1279507" cy="370611"/>
            </a:xfrm>
            <a:custGeom>
              <a:rect b="b" l="l" r="r" t="t"/>
              <a:pathLst>
                <a:path extrusionOk="0" h="466177" w="1983732">
                  <a:moveTo>
                    <a:pt x="0" y="0"/>
                  </a:moveTo>
                  <a:lnTo>
                    <a:pt x="1983733" y="0"/>
                  </a:lnTo>
                  <a:lnTo>
                    <a:pt x="1983733" y="466177"/>
                  </a:lnTo>
                  <a:lnTo>
                    <a:pt x="0" y="466177"/>
                  </a:lnTo>
                  <a:lnTo>
                    <a:pt x="0" y="0"/>
                  </a:lnTo>
                  <a:close/>
                </a:path>
              </a:pathLst>
            </a:cu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33" name="Google Shape;333;g3ea228b06ea_0_1"/>
            <p:cNvPicPr preferRelativeResize="0"/>
            <p:nvPr/>
          </p:nvPicPr>
          <p:blipFill rotWithShape="1">
            <a:blip r:embed="rId49">
              <a:alphaModFix/>
            </a:blip>
            <a:srcRect b="0" l="0" r="0" t="0"/>
            <a:stretch/>
          </p:blipFill>
          <p:spPr>
            <a:xfrm>
              <a:off x="11641125" y="8645440"/>
              <a:ext cx="443800" cy="443800"/>
            </a:xfrm>
            <a:prstGeom prst="rect">
              <a:avLst/>
            </a:prstGeom>
            <a:noFill/>
            <a:ln>
              <a:noFill/>
            </a:ln>
          </p:spPr>
        </p:pic>
      </p:grpSp>
      <p:sp>
        <p:nvSpPr>
          <p:cNvPr id="334" name="Google Shape;334;g3ea228b06ea_0_1"/>
          <p:cNvSpPr/>
          <p:nvPr/>
        </p:nvSpPr>
        <p:spPr>
          <a:xfrm>
            <a:off x="1600589" y="7464467"/>
            <a:ext cx="2632500" cy="1401600"/>
          </a:xfrm>
          <a:prstGeom prst="roundRect">
            <a:avLst>
              <a:gd fmla="val 16667" name="adj"/>
            </a:avLst>
          </a:prstGeom>
          <a:solidFill>
            <a:srgbClr val="FFFFFF"/>
          </a:solidFill>
          <a:ln cap="flat" cmpd="sng" w="26600">
            <a:solidFill>
              <a:srgbClr val="FF9916"/>
            </a:solidFill>
            <a:prstDash val="solid"/>
            <a:round/>
            <a:headEnd len="sm" w="sm" type="none"/>
            <a:tailEnd len="sm" w="sm" type="none"/>
          </a:ln>
        </p:spPr>
        <p:txBody>
          <a:bodyPr anchorCtr="0" anchor="ctr" bIns="63875" lIns="63875" spcFirstLastPara="1" rIns="63875" wrap="square" tIns="63875">
            <a:noAutofit/>
          </a:bodyPr>
          <a:lstStyle/>
          <a:p>
            <a:pPr indent="0" lvl="0" marL="0" marR="0" rtl="0" algn="ctr">
              <a:lnSpc>
                <a:spcPct val="100000"/>
              </a:lnSpc>
              <a:spcBef>
                <a:spcPts val="0"/>
              </a:spcBef>
              <a:spcAft>
                <a:spcPts val="0"/>
              </a:spcAft>
              <a:buClr>
                <a:srgbClr val="000000"/>
              </a:buClr>
              <a:buSzPts val="978"/>
              <a:buFont typeface="Arial"/>
              <a:buNone/>
            </a:pPr>
            <a:r>
              <a:t/>
            </a:r>
            <a:endParaRPr b="0" i="0" sz="976" u="none" cap="none" strike="noStrike">
              <a:solidFill>
                <a:srgbClr val="000000"/>
              </a:solidFill>
              <a:latin typeface="Calibri"/>
              <a:ea typeface="Calibri"/>
              <a:cs typeface="Calibri"/>
              <a:sym typeface="Calibri"/>
            </a:endParaRPr>
          </a:p>
        </p:txBody>
      </p:sp>
      <p:sp>
        <p:nvSpPr>
          <p:cNvPr id="335" name="Google Shape;335;g3ea228b06ea_0_1"/>
          <p:cNvSpPr/>
          <p:nvPr/>
        </p:nvSpPr>
        <p:spPr>
          <a:xfrm>
            <a:off x="1607218" y="7487907"/>
            <a:ext cx="2632500" cy="440400"/>
          </a:xfrm>
          <a:prstGeom prst="roundRect">
            <a:avLst>
              <a:gd fmla="val 50000" name="adj"/>
            </a:avLst>
          </a:prstGeom>
          <a:solidFill>
            <a:srgbClr val="FF9916"/>
          </a:solidFill>
          <a:ln cap="flat" cmpd="sng" w="26600">
            <a:solidFill>
              <a:srgbClr val="FF9916"/>
            </a:solidFill>
            <a:prstDash val="solid"/>
            <a:round/>
            <a:headEnd len="sm" w="sm" type="none"/>
            <a:tailEnd len="sm" w="sm" type="none"/>
          </a:ln>
        </p:spPr>
        <p:txBody>
          <a:bodyPr anchorCtr="0" anchor="ctr" bIns="63875" lIns="63875" spcFirstLastPara="1" rIns="63875" wrap="square" tIns="63875">
            <a:noAutofit/>
          </a:bodyPr>
          <a:lstStyle/>
          <a:p>
            <a:pPr indent="0" lvl="0" marL="0" marR="0" rtl="0" algn="ctr">
              <a:lnSpc>
                <a:spcPct val="100000"/>
              </a:lnSpc>
              <a:spcBef>
                <a:spcPts val="0"/>
              </a:spcBef>
              <a:spcAft>
                <a:spcPts val="0"/>
              </a:spcAft>
              <a:buClr>
                <a:srgbClr val="000000"/>
              </a:buClr>
              <a:buSzPts val="1817"/>
              <a:buFont typeface="Arial"/>
              <a:buNone/>
            </a:pPr>
            <a:r>
              <a:rPr b="1" i="0" lang="en-US" sz="1816" u="none" cap="none" strike="noStrike">
                <a:solidFill>
                  <a:srgbClr val="FFFFFF"/>
                </a:solidFill>
                <a:latin typeface="Ubuntu"/>
                <a:ea typeface="Ubuntu"/>
                <a:cs typeface="Ubuntu"/>
                <a:sym typeface="Ubuntu"/>
              </a:rPr>
              <a:t>End User Computing</a:t>
            </a:r>
            <a:endParaRPr b="1" i="0" sz="2132" u="none" cap="none" strike="noStrike">
              <a:solidFill>
                <a:srgbClr val="FFFFFF"/>
              </a:solidFill>
              <a:latin typeface="Ubuntu"/>
              <a:ea typeface="Ubuntu"/>
              <a:cs typeface="Ubuntu"/>
              <a:sym typeface="Ubuntu"/>
            </a:endParaRPr>
          </a:p>
        </p:txBody>
      </p:sp>
      <p:pic>
        <p:nvPicPr>
          <p:cNvPr id="336" name="Google Shape;336;g3ea228b06ea_0_1"/>
          <p:cNvPicPr preferRelativeResize="0"/>
          <p:nvPr/>
        </p:nvPicPr>
        <p:blipFill rotWithShape="1">
          <a:blip r:embed="rId50">
            <a:alphaModFix/>
          </a:blip>
          <a:srcRect b="0" l="0" r="0" t="0"/>
          <a:stretch/>
        </p:blipFill>
        <p:spPr>
          <a:xfrm>
            <a:off x="1849453" y="8140586"/>
            <a:ext cx="1510356" cy="518222"/>
          </a:xfrm>
          <a:prstGeom prst="rect">
            <a:avLst/>
          </a:prstGeom>
          <a:solidFill>
            <a:srgbClr val="FFFFFF"/>
          </a:solidFill>
          <a:ln>
            <a:noFill/>
          </a:ln>
        </p:spPr>
      </p:pic>
      <p:sp>
        <p:nvSpPr>
          <p:cNvPr id="337" name="Google Shape;337;g3ea228b06ea_0_1"/>
          <p:cNvSpPr/>
          <p:nvPr/>
        </p:nvSpPr>
        <p:spPr>
          <a:xfrm>
            <a:off x="8339554" y="2113104"/>
            <a:ext cx="4713900" cy="2197800"/>
          </a:xfrm>
          <a:prstGeom prst="roundRect">
            <a:avLst>
              <a:gd fmla="val 16667" name="adj"/>
            </a:avLst>
          </a:prstGeom>
          <a:solidFill>
            <a:srgbClr val="FFFFFF"/>
          </a:solidFill>
          <a:ln cap="flat" cmpd="sng" w="28575">
            <a:solidFill>
              <a:srgbClr val="FF9916"/>
            </a:solidFill>
            <a:prstDash val="solid"/>
            <a:round/>
            <a:headEnd len="sm" w="sm" type="none"/>
            <a:tailEnd len="sm" w="sm" type="none"/>
          </a:ln>
        </p:spPr>
        <p:txBody>
          <a:bodyPr anchorCtr="0" anchor="ctr" bIns="103125" lIns="103125" spcFirstLastPara="1" rIns="103125" wrap="square" tIns="103125">
            <a:noAutofit/>
          </a:bodyPr>
          <a:lstStyle/>
          <a:p>
            <a:pPr indent="0" lvl="0" marL="0" marR="0" rtl="0" algn="ctr">
              <a:lnSpc>
                <a:spcPct val="100000"/>
              </a:lnSpc>
              <a:spcBef>
                <a:spcPts val="0"/>
              </a:spcBef>
              <a:spcAft>
                <a:spcPts val="0"/>
              </a:spcAft>
              <a:buClr>
                <a:srgbClr val="000000"/>
              </a:buClr>
              <a:buSzPts val="1580"/>
              <a:buFont typeface="Arial"/>
              <a:buNone/>
            </a:pPr>
            <a:r>
              <a:t/>
            </a:r>
            <a:endParaRPr b="0" i="0" sz="1577" u="none" cap="none" strike="noStrike">
              <a:solidFill>
                <a:srgbClr val="000000"/>
              </a:solidFill>
              <a:latin typeface="Calibri"/>
              <a:ea typeface="Calibri"/>
              <a:cs typeface="Calibri"/>
              <a:sym typeface="Calibri"/>
            </a:endParaRPr>
          </a:p>
        </p:txBody>
      </p:sp>
      <p:pic>
        <p:nvPicPr>
          <p:cNvPr id="338" name="Google Shape;338;g3ea228b06ea_0_1"/>
          <p:cNvPicPr preferRelativeResize="0"/>
          <p:nvPr/>
        </p:nvPicPr>
        <p:blipFill rotWithShape="1">
          <a:blip r:embed="rId8">
            <a:alphaModFix/>
          </a:blip>
          <a:srcRect b="0" l="0" r="0" t="0"/>
          <a:stretch/>
        </p:blipFill>
        <p:spPr>
          <a:xfrm>
            <a:off x="3480316" y="8125465"/>
            <a:ext cx="548451" cy="548481"/>
          </a:xfrm>
          <a:prstGeom prst="rect">
            <a:avLst/>
          </a:prstGeom>
          <a:noFill/>
          <a:ln>
            <a:noFill/>
          </a:ln>
        </p:spPr>
      </p:pic>
      <p:sp>
        <p:nvSpPr>
          <p:cNvPr id="339" name="Google Shape;339;g3ea228b06ea_0_1"/>
          <p:cNvSpPr/>
          <p:nvPr/>
        </p:nvSpPr>
        <p:spPr>
          <a:xfrm>
            <a:off x="8647150" y="7470082"/>
            <a:ext cx="3826500" cy="1401600"/>
          </a:xfrm>
          <a:prstGeom prst="roundRect">
            <a:avLst>
              <a:gd fmla="val 16667" name="adj"/>
            </a:avLst>
          </a:prstGeom>
          <a:solidFill>
            <a:srgbClr val="FFFFFF"/>
          </a:solidFill>
          <a:ln cap="flat" cmpd="sng" w="38525">
            <a:solidFill>
              <a:srgbClr val="FF9916"/>
            </a:solidFill>
            <a:prstDash val="solid"/>
            <a:round/>
            <a:headEnd len="sm" w="sm" type="none"/>
            <a:tailEnd len="sm" w="sm" type="none"/>
          </a:ln>
        </p:spPr>
        <p:txBody>
          <a:bodyPr anchorCtr="0" anchor="ctr" bIns="92525" lIns="92525" spcFirstLastPara="1" rIns="92525" wrap="square" tIns="92525">
            <a:noAutofit/>
          </a:bodyPr>
          <a:lstStyle/>
          <a:p>
            <a:pPr indent="0" lvl="0" marL="0" marR="0" rtl="0" algn="ctr">
              <a:lnSpc>
                <a:spcPct val="100000"/>
              </a:lnSpc>
              <a:spcBef>
                <a:spcPts val="0"/>
              </a:spcBef>
              <a:spcAft>
                <a:spcPts val="0"/>
              </a:spcAft>
              <a:buClr>
                <a:srgbClr val="000000"/>
              </a:buClr>
              <a:buSzPts val="1417"/>
              <a:buFont typeface="Arial"/>
              <a:buNone/>
            </a:pPr>
            <a:r>
              <a:t/>
            </a:r>
            <a:endParaRPr b="0" i="0" sz="1415" u="none" cap="none" strike="noStrike">
              <a:solidFill>
                <a:srgbClr val="000000"/>
              </a:solidFill>
              <a:latin typeface="Calibri"/>
              <a:ea typeface="Calibri"/>
              <a:cs typeface="Calibri"/>
              <a:sym typeface="Calibri"/>
            </a:endParaRPr>
          </a:p>
        </p:txBody>
      </p:sp>
      <p:sp>
        <p:nvSpPr>
          <p:cNvPr id="340" name="Google Shape;340;g3ea228b06ea_0_1"/>
          <p:cNvSpPr/>
          <p:nvPr/>
        </p:nvSpPr>
        <p:spPr>
          <a:xfrm>
            <a:off x="10240261" y="7366517"/>
            <a:ext cx="2278131" cy="1724550"/>
          </a:xfrm>
          <a:custGeom>
            <a:rect b="b" l="l" r="r" t="t"/>
            <a:pathLst>
              <a:path extrusionOk="0" h="2017017" w="3027417">
                <a:moveTo>
                  <a:pt x="0" y="0"/>
                </a:moveTo>
                <a:lnTo>
                  <a:pt x="3027417" y="0"/>
                </a:lnTo>
                <a:lnTo>
                  <a:pt x="3027417" y="2017017"/>
                </a:lnTo>
                <a:lnTo>
                  <a:pt x="0" y="2017017"/>
                </a:lnTo>
                <a:lnTo>
                  <a:pt x="0" y="0"/>
                </a:lnTo>
                <a:close/>
              </a:path>
            </a:pathLst>
          </a:custGeom>
          <a:blipFill rotWithShape="1">
            <a:blip r:embed="rId3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1" name="Google Shape;341;g3ea228b06ea_0_1"/>
          <p:cNvSpPr/>
          <p:nvPr/>
        </p:nvSpPr>
        <p:spPr>
          <a:xfrm>
            <a:off x="8668050" y="7486232"/>
            <a:ext cx="3789600" cy="477300"/>
          </a:xfrm>
          <a:prstGeom prst="roundRect">
            <a:avLst>
              <a:gd fmla="val 50000" name="adj"/>
            </a:avLst>
          </a:prstGeom>
          <a:solidFill>
            <a:srgbClr val="FF9916"/>
          </a:solidFill>
          <a:ln cap="flat" cmpd="sng" w="26600">
            <a:solidFill>
              <a:srgbClr val="FF9916"/>
            </a:solidFill>
            <a:prstDash val="solid"/>
            <a:round/>
            <a:headEnd len="sm" w="sm" type="none"/>
            <a:tailEnd len="sm" w="sm" type="none"/>
          </a:ln>
        </p:spPr>
        <p:txBody>
          <a:bodyPr anchorCtr="0" anchor="ctr" bIns="63875" lIns="63875" spcFirstLastPara="1" rIns="63875" wrap="square" tIns="63875">
            <a:noAutofit/>
          </a:bodyPr>
          <a:lstStyle/>
          <a:p>
            <a:pPr indent="0" lvl="0" marL="0" marR="0" rtl="0" algn="ctr">
              <a:lnSpc>
                <a:spcPct val="100000"/>
              </a:lnSpc>
              <a:spcBef>
                <a:spcPts val="0"/>
              </a:spcBef>
              <a:spcAft>
                <a:spcPts val="0"/>
              </a:spcAft>
              <a:buClr>
                <a:srgbClr val="000000"/>
              </a:buClr>
              <a:buSzPts val="2446"/>
              <a:buFont typeface="Arial"/>
              <a:buNone/>
            </a:pPr>
            <a:r>
              <a:rPr b="1" i="0" lang="en-US" sz="1819" u="none" cap="none" strike="noStrike">
                <a:solidFill>
                  <a:srgbClr val="FFFFFF"/>
                </a:solidFill>
                <a:latin typeface="Ubuntu"/>
                <a:ea typeface="Ubuntu"/>
                <a:cs typeface="Ubuntu"/>
                <a:sym typeface="Ubuntu"/>
              </a:rPr>
              <a:t>Endpoint Security</a:t>
            </a:r>
            <a:endParaRPr b="1" i="0" sz="1819" u="none" cap="none" strike="noStrike">
              <a:solidFill>
                <a:srgbClr val="FFFFFF"/>
              </a:solidFill>
              <a:latin typeface="Ubuntu"/>
              <a:ea typeface="Ubuntu"/>
              <a:cs typeface="Ubuntu"/>
              <a:sym typeface="Ubuntu"/>
            </a:endParaRPr>
          </a:p>
        </p:txBody>
      </p:sp>
      <p:sp>
        <p:nvSpPr>
          <p:cNvPr id="342" name="Google Shape;342;g3ea228b06ea_0_1"/>
          <p:cNvSpPr/>
          <p:nvPr/>
        </p:nvSpPr>
        <p:spPr>
          <a:xfrm>
            <a:off x="10633434" y="8195594"/>
            <a:ext cx="1824188" cy="892042"/>
          </a:xfrm>
          <a:custGeom>
            <a:rect b="b" l="l" r="r" t="t"/>
            <a:pathLst>
              <a:path extrusionOk="0" h="1960532" w="3761213">
                <a:moveTo>
                  <a:pt x="0" y="0"/>
                </a:moveTo>
                <a:lnTo>
                  <a:pt x="3761213" y="0"/>
                </a:lnTo>
                <a:lnTo>
                  <a:pt x="3761213" y="1960533"/>
                </a:lnTo>
                <a:lnTo>
                  <a:pt x="0" y="1960533"/>
                </a:lnTo>
                <a:lnTo>
                  <a:pt x="0" y="0"/>
                </a:lnTo>
                <a:close/>
              </a:path>
            </a:pathLst>
          </a:custGeom>
          <a:blipFill rotWithShape="1">
            <a:blip r:embed="rId51">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43" name="Google Shape;343;g3ea228b06ea_0_1"/>
          <p:cNvPicPr preferRelativeResize="0"/>
          <p:nvPr/>
        </p:nvPicPr>
        <p:blipFill rotWithShape="1">
          <a:blip r:embed="rId52">
            <a:alphaModFix/>
          </a:blip>
          <a:srcRect b="0" l="0" r="0" t="0"/>
          <a:stretch/>
        </p:blipFill>
        <p:spPr>
          <a:xfrm>
            <a:off x="8848725" y="8446354"/>
            <a:ext cx="877902" cy="427123"/>
          </a:xfrm>
          <a:prstGeom prst="rect">
            <a:avLst/>
          </a:prstGeom>
          <a:noFill/>
          <a:ln>
            <a:noFill/>
          </a:ln>
        </p:spPr>
      </p:pic>
      <p:sp>
        <p:nvSpPr>
          <p:cNvPr id="344" name="Google Shape;344;g3ea228b06ea_0_1"/>
          <p:cNvSpPr/>
          <p:nvPr/>
        </p:nvSpPr>
        <p:spPr>
          <a:xfrm>
            <a:off x="9827617" y="8436917"/>
            <a:ext cx="912290" cy="463361"/>
          </a:xfrm>
          <a:custGeom>
            <a:rect b="b" l="l" r="r" t="t"/>
            <a:pathLst>
              <a:path extrusionOk="0" h="1425727" w="2449101">
                <a:moveTo>
                  <a:pt x="0" y="0"/>
                </a:moveTo>
                <a:lnTo>
                  <a:pt x="2449101" y="0"/>
                </a:lnTo>
                <a:lnTo>
                  <a:pt x="2449101" y="1425727"/>
                </a:lnTo>
                <a:lnTo>
                  <a:pt x="0" y="1425727"/>
                </a:lnTo>
                <a:lnTo>
                  <a:pt x="0" y="0"/>
                </a:lnTo>
                <a:close/>
              </a:path>
            </a:pathLst>
          </a:custGeom>
          <a:blipFill rotWithShape="1">
            <a:blip r:embed="rId2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5" name="Google Shape;345;g3ea228b06ea_0_1"/>
          <p:cNvSpPr/>
          <p:nvPr/>
        </p:nvSpPr>
        <p:spPr>
          <a:xfrm>
            <a:off x="8803658" y="8096693"/>
            <a:ext cx="1574669" cy="321358"/>
          </a:xfrm>
          <a:custGeom>
            <a:rect b="b" l="l" r="r" t="t"/>
            <a:pathLst>
              <a:path extrusionOk="0" h="492503" w="2680288">
                <a:moveTo>
                  <a:pt x="0" y="0"/>
                </a:moveTo>
                <a:lnTo>
                  <a:pt x="2680288" y="0"/>
                </a:lnTo>
                <a:lnTo>
                  <a:pt x="2680288" y="492503"/>
                </a:lnTo>
                <a:lnTo>
                  <a:pt x="0" y="492503"/>
                </a:lnTo>
                <a:lnTo>
                  <a:pt x="0" y="0"/>
                </a:lnTo>
                <a:close/>
              </a:path>
            </a:pathLst>
          </a:custGeom>
          <a:blipFill rotWithShape="1">
            <a:blip r:embed="rId3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6" name="Google Shape;346;g3ea228b06ea_0_1"/>
          <p:cNvSpPr/>
          <p:nvPr/>
        </p:nvSpPr>
        <p:spPr>
          <a:xfrm>
            <a:off x="8365825" y="2127825"/>
            <a:ext cx="4651500" cy="531900"/>
          </a:xfrm>
          <a:prstGeom prst="roundRect">
            <a:avLst>
              <a:gd fmla="val 50000" name="adj"/>
            </a:avLst>
          </a:prstGeom>
          <a:solidFill>
            <a:srgbClr val="FF9916"/>
          </a:solidFill>
          <a:ln cap="flat" cmpd="sng" w="29650">
            <a:solidFill>
              <a:srgbClr val="FF9916"/>
            </a:solidFill>
            <a:prstDash val="solid"/>
            <a:round/>
            <a:headEnd len="sm" w="sm" type="none"/>
            <a:tailEnd len="sm" w="sm" type="none"/>
          </a:ln>
        </p:spPr>
        <p:txBody>
          <a:bodyPr anchorCtr="0" anchor="ctr" bIns="71175" lIns="71175" spcFirstLastPara="1" rIns="71175" wrap="square" tIns="71175">
            <a:noAutofit/>
          </a:bodyPr>
          <a:lstStyle/>
          <a:p>
            <a:pPr indent="0" lvl="0" marL="0" marR="0" rtl="0" algn="ctr">
              <a:lnSpc>
                <a:spcPct val="100000"/>
              </a:lnSpc>
              <a:spcBef>
                <a:spcPts val="0"/>
              </a:spcBef>
              <a:spcAft>
                <a:spcPts val="0"/>
              </a:spcAft>
              <a:buClr>
                <a:srgbClr val="000000"/>
              </a:buClr>
              <a:buSzPts val="2726"/>
              <a:buFont typeface="Arial"/>
              <a:buNone/>
            </a:pPr>
            <a:r>
              <a:rPr b="1" i="0" lang="en-US" sz="2028" u="none" cap="none" strike="noStrike">
                <a:solidFill>
                  <a:srgbClr val="FFFFFF"/>
                </a:solidFill>
                <a:latin typeface="Ubuntu"/>
                <a:ea typeface="Ubuntu"/>
                <a:cs typeface="Ubuntu"/>
                <a:sym typeface="Ubuntu"/>
              </a:rPr>
              <a:t>DevSecOps</a:t>
            </a:r>
            <a:endParaRPr b="1" i="0" sz="2028" u="none" cap="none" strike="noStrike">
              <a:solidFill>
                <a:srgbClr val="FFFFFF"/>
              </a:solidFill>
              <a:latin typeface="Ubuntu"/>
              <a:ea typeface="Ubuntu"/>
              <a:cs typeface="Ubuntu"/>
              <a:sym typeface="Ubuntu"/>
            </a:endParaRPr>
          </a:p>
        </p:txBody>
      </p:sp>
      <p:pic>
        <p:nvPicPr>
          <p:cNvPr id="347" name="Google Shape;347;g3ea228b06ea_0_1"/>
          <p:cNvPicPr preferRelativeResize="0"/>
          <p:nvPr/>
        </p:nvPicPr>
        <p:blipFill rotWithShape="1">
          <a:blip r:embed="rId53">
            <a:alphaModFix/>
          </a:blip>
          <a:srcRect b="0" l="0" r="0" t="0"/>
          <a:stretch/>
        </p:blipFill>
        <p:spPr>
          <a:xfrm>
            <a:off x="8453043" y="3305578"/>
            <a:ext cx="1231503" cy="351043"/>
          </a:xfrm>
          <a:prstGeom prst="rect">
            <a:avLst/>
          </a:prstGeom>
          <a:noFill/>
          <a:ln>
            <a:noFill/>
          </a:ln>
        </p:spPr>
      </p:pic>
      <p:pic>
        <p:nvPicPr>
          <p:cNvPr id="348" name="Google Shape;348;g3ea228b06ea_0_1"/>
          <p:cNvPicPr preferRelativeResize="0"/>
          <p:nvPr/>
        </p:nvPicPr>
        <p:blipFill rotWithShape="1">
          <a:blip r:embed="rId54">
            <a:alphaModFix/>
          </a:blip>
          <a:srcRect b="0" l="0" r="0" t="0"/>
          <a:stretch/>
        </p:blipFill>
        <p:spPr>
          <a:xfrm>
            <a:off x="8225922" y="2720707"/>
            <a:ext cx="1592402" cy="523901"/>
          </a:xfrm>
          <a:prstGeom prst="rect">
            <a:avLst/>
          </a:prstGeom>
          <a:noFill/>
          <a:ln>
            <a:noFill/>
          </a:ln>
        </p:spPr>
      </p:pic>
      <p:pic>
        <p:nvPicPr>
          <p:cNvPr id="349" name="Google Shape;349;g3ea228b06ea_0_1"/>
          <p:cNvPicPr preferRelativeResize="0"/>
          <p:nvPr/>
        </p:nvPicPr>
        <p:blipFill rotWithShape="1">
          <a:blip r:embed="rId55">
            <a:alphaModFix/>
          </a:blip>
          <a:srcRect b="0" l="0" r="0" t="0"/>
          <a:stretch/>
        </p:blipFill>
        <p:spPr>
          <a:xfrm>
            <a:off x="11321107" y="3403821"/>
            <a:ext cx="611351" cy="653000"/>
          </a:xfrm>
          <a:prstGeom prst="rect">
            <a:avLst/>
          </a:prstGeom>
          <a:solidFill>
            <a:srgbClr val="FFFFFF"/>
          </a:solidFill>
          <a:ln>
            <a:noFill/>
          </a:ln>
        </p:spPr>
      </p:pic>
      <p:pic>
        <p:nvPicPr>
          <p:cNvPr id="350" name="Google Shape;350;g3ea228b06ea_0_1"/>
          <p:cNvPicPr preferRelativeResize="0"/>
          <p:nvPr/>
        </p:nvPicPr>
        <p:blipFill rotWithShape="1">
          <a:blip r:embed="rId56">
            <a:alphaModFix/>
          </a:blip>
          <a:srcRect b="0" l="0" r="0" t="0"/>
          <a:stretch/>
        </p:blipFill>
        <p:spPr>
          <a:xfrm>
            <a:off x="11811349" y="2910922"/>
            <a:ext cx="1168230" cy="265810"/>
          </a:xfrm>
          <a:prstGeom prst="rect">
            <a:avLst/>
          </a:prstGeom>
          <a:noFill/>
          <a:ln>
            <a:noFill/>
          </a:ln>
        </p:spPr>
      </p:pic>
      <p:pic>
        <p:nvPicPr>
          <p:cNvPr id="351" name="Google Shape;351;g3ea228b06ea_0_1"/>
          <p:cNvPicPr preferRelativeResize="0"/>
          <p:nvPr/>
        </p:nvPicPr>
        <p:blipFill rotWithShape="1">
          <a:blip r:embed="rId57">
            <a:alphaModFix/>
          </a:blip>
          <a:srcRect b="0" l="0" r="0" t="0"/>
          <a:stretch/>
        </p:blipFill>
        <p:spPr>
          <a:xfrm>
            <a:off x="10863501" y="2774049"/>
            <a:ext cx="862367" cy="485078"/>
          </a:xfrm>
          <a:prstGeom prst="rect">
            <a:avLst/>
          </a:prstGeom>
          <a:noFill/>
          <a:ln>
            <a:noFill/>
          </a:ln>
        </p:spPr>
      </p:pic>
      <p:pic>
        <p:nvPicPr>
          <p:cNvPr id="352" name="Google Shape;352;g3ea228b06ea_0_1"/>
          <p:cNvPicPr preferRelativeResize="0"/>
          <p:nvPr/>
        </p:nvPicPr>
        <p:blipFill rotWithShape="1">
          <a:blip r:embed="rId58">
            <a:alphaModFix/>
          </a:blip>
          <a:srcRect b="20991" l="8675" r="13595" t="24414"/>
          <a:stretch/>
        </p:blipFill>
        <p:spPr>
          <a:xfrm>
            <a:off x="8449396" y="3766467"/>
            <a:ext cx="1390279" cy="374929"/>
          </a:xfrm>
          <a:prstGeom prst="rect">
            <a:avLst/>
          </a:prstGeom>
          <a:noFill/>
          <a:ln>
            <a:noFill/>
          </a:ln>
        </p:spPr>
      </p:pic>
      <p:pic>
        <p:nvPicPr>
          <p:cNvPr id="353" name="Google Shape;353;g3ea228b06ea_0_1"/>
          <p:cNvPicPr preferRelativeResize="0"/>
          <p:nvPr/>
        </p:nvPicPr>
        <p:blipFill rotWithShape="1">
          <a:blip r:embed="rId59">
            <a:alphaModFix/>
          </a:blip>
          <a:srcRect b="0" l="0" r="0" t="0"/>
          <a:stretch/>
        </p:blipFill>
        <p:spPr>
          <a:xfrm>
            <a:off x="11929532" y="3427437"/>
            <a:ext cx="1087786" cy="505883"/>
          </a:xfrm>
          <a:prstGeom prst="rect">
            <a:avLst/>
          </a:prstGeom>
          <a:noFill/>
          <a:ln>
            <a:noFill/>
          </a:ln>
        </p:spPr>
      </p:pic>
      <p:pic>
        <p:nvPicPr>
          <p:cNvPr id="354" name="Google Shape;354;g3ea228b06ea_0_1"/>
          <p:cNvPicPr preferRelativeResize="0"/>
          <p:nvPr/>
        </p:nvPicPr>
        <p:blipFill rotWithShape="1">
          <a:blip r:embed="rId60">
            <a:alphaModFix/>
          </a:blip>
          <a:srcRect b="0" l="34335" r="38276" t="6690"/>
          <a:stretch/>
        </p:blipFill>
        <p:spPr>
          <a:xfrm>
            <a:off x="10035231" y="2731574"/>
            <a:ext cx="611366" cy="707849"/>
          </a:xfrm>
          <a:prstGeom prst="rect">
            <a:avLst/>
          </a:prstGeom>
          <a:noFill/>
          <a:ln>
            <a:noFill/>
          </a:ln>
        </p:spPr>
      </p:pic>
      <p:pic>
        <p:nvPicPr>
          <p:cNvPr id="355" name="Google Shape;355;g3ea228b06ea_0_1"/>
          <p:cNvPicPr preferRelativeResize="0"/>
          <p:nvPr/>
        </p:nvPicPr>
        <p:blipFill rotWithShape="1">
          <a:blip r:embed="rId61">
            <a:alphaModFix/>
          </a:blip>
          <a:srcRect b="0" l="0" r="0" t="0"/>
          <a:stretch/>
        </p:blipFill>
        <p:spPr>
          <a:xfrm>
            <a:off x="15611994" y="6334645"/>
            <a:ext cx="861310" cy="607230"/>
          </a:xfrm>
          <a:prstGeom prst="rect">
            <a:avLst/>
          </a:prstGeom>
          <a:noFill/>
          <a:ln>
            <a:noFill/>
          </a:ln>
        </p:spPr>
      </p:pic>
      <p:pic>
        <p:nvPicPr>
          <p:cNvPr id="356" name="Google Shape;356;g3ea228b06ea_0_1"/>
          <p:cNvPicPr preferRelativeResize="0"/>
          <p:nvPr/>
        </p:nvPicPr>
        <p:blipFill rotWithShape="1">
          <a:blip r:embed="rId62">
            <a:alphaModFix/>
          </a:blip>
          <a:srcRect b="0" l="0" r="0" t="0"/>
          <a:stretch/>
        </p:blipFill>
        <p:spPr>
          <a:xfrm>
            <a:off x="9830325" y="3557501"/>
            <a:ext cx="1438150" cy="438161"/>
          </a:xfrm>
          <a:prstGeom prst="rect">
            <a:avLst/>
          </a:prstGeom>
          <a:noFill/>
          <a:ln>
            <a:noFill/>
          </a:ln>
        </p:spPr>
      </p:pic>
      <p:pic>
        <p:nvPicPr>
          <p:cNvPr id="357" name="Google Shape;357;g3ea228b06ea_0_1"/>
          <p:cNvPicPr preferRelativeResize="0"/>
          <p:nvPr/>
        </p:nvPicPr>
        <p:blipFill rotWithShape="1">
          <a:blip r:embed="rId63">
            <a:alphaModFix/>
          </a:blip>
          <a:srcRect b="0" l="0" r="0" t="0"/>
          <a:stretch/>
        </p:blipFill>
        <p:spPr>
          <a:xfrm>
            <a:off x="12789160" y="5398705"/>
            <a:ext cx="1193826" cy="398937"/>
          </a:xfrm>
          <a:prstGeom prst="rect">
            <a:avLst/>
          </a:prstGeom>
          <a:noFill/>
          <a:ln>
            <a:noFill/>
          </a:ln>
        </p:spPr>
      </p:pic>
      <p:pic>
        <p:nvPicPr>
          <p:cNvPr id="358" name="Google Shape;358;g3ea228b06ea_0_1"/>
          <p:cNvPicPr preferRelativeResize="0"/>
          <p:nvPr/>
        </p:nvPicPr>
        <p:blipFill rotWithShape="1">
          <a:blip r:embed="rId64">
            <a:alphaModFix/>
          </a:blip>
          <a:srcRect b="0" l="0" r="0" t="0"/>
          <a:stretch/>
        </p:blipFill>
        <p:spPr>
          <a:xfrm>
            <a:off x="10323733" y="5406301"/>
            <a:ext cx="1193825" cy="371227"/>
          </a:xfrm>
          <a:prstGeom prst="rect">
            <a:avLst/>
          </a:prstGeom>
          <a:noFill/>
          <a:ln>
            <a:noFill/>
          </a:ln>
        </p:spPr>
      </p:pic>
      <p:pic>
        <p:nvPicPr>
          <p:cNvPr id="359" name="Google Shape;359;g3ea228b06ea_0_1"/>
          <p:cNvPicPr preferRelativeResize="0"/>
          <p:nvPr/>
        </p:nvPicPr>
        <p:blipFill rotWithShape="1">
          <a:blip r:embed="rId65">
            <a:alphaModFix/>
          </a:blip>
          <a:srcRect b="0" l="0" r="0" t="0"/>
          <a:stretch/>
        </p:blipFill>
        <p:spPr>
          <a:xfrm>
            <a:off x="11431236" y="5406438"/>
            <a:ext cx="1317350" cy="333939"/>
          </a:xfrm>
          <a:prstGeom prst="rect">
            <a:avLst/>
          </a:prstGeom>
          <a:noFill/>
          <a:ln>
            <a:noFill/>
          </a:ln>
        </p:spPr>
      </p:pic>
      <p:pic>
        <p:nvPicPr>
          <p:cNvPr id="360" name="Google Shape;360;g3ea228b06ea_0_1"/>
          <p:cNvPicPr preferRelativeResize="0"/>
          <p:nvPr/>
        </p:nvPicPr>
        <p:blipFill rotWithShape="1">
          <a:blip r:embed="rId66">
            <a:alphaModFix/>
          </a:blip>
          <a:srcRect b="0" l="0" r="0" t="0"/>
          <a:stretch/>
        </p:blipFill>
        <p:spPr>
          <a:xfrm>
            <a:off x="8705138" y="5116691"/>
            <a:ext cx="1725276" cy="902887"/>
          </a:xfrm>
          <a:prstGeom prst="rect">
            <a:avLst/>
          </a:prstGeom>
          <a:noFill/>
          <a:ln>
            <a:noFill/>
          </a:ln>
        </p:spPr>
      </p:pic>
      <p:sp>
        <p:nvSpPr>
          <p:cNvPr id="361" name="Google Shape;361;g3ea228b06ea_0_1"/>
          <p:cNvSpPr/>
          <p:nvPr/>
        </p:nvSpPr>
        <p:spPr>
          <a:xfrm>
            <a:off x="12861970" y="7480709"/>
            <a:ext cx="3826500" cy="1401600"/>
          </a:xfrm>
          <a:prstGeom prst="roundRect">
            <a:avLst>
              <a:gd fmla="val 16667" name="adj"/>
            </a:avLst>
          </a:prstGeom>
          <a:solidFill>
            <a:srgbClr val="FFFFFF"/>
          </a:solidFill>
          <a:ln cap="flat" cmpd="sng" w="38525">
            <a:solidFill>
              <a:srgbClr val="FF9916"/>
            </a:solidFill>
            <a:prstDash val="solid"/>
            <a:round/>
            <a:headEnd len="sm" w="sm" type="none"/>
            <a:tailEnd len="sm" w="sm" type="none"/>
          </a:ln>
        </p:spPr>
        <p:txBody>
          <a:bodyPr anchorCtr="0" anchor="ctr" bIns="92525" lIns="92525" spcFirstLastPara="1" rIns="92525" wrap="square" tIns="92525">
            <a:noAutofit/>
          </a:bodyPr>
          <a:lstStyle/>
          <a:p>
            <a:pPr indent="0" lvl="0" marL="0" marR="0" rtl="0" algn="ctr">
              <a:lnSpc>
                <a:spcPct val="100000"/>
              </a:lnSpc>
              <a:spcBef>
                <a:spcPts val="0"/>
              </a:spcBef>
              <a:spcAft>
                <a:spcPts val="0"/>
              </a:spcAft>
              <a:buClr>
                <a:srgbClr val="000000"/>
              </a:buClr>
              <a:buSzPts val="1417"/>
              <a:buFont typeface="Arial"/>
              <a:buNone/>
            </a:pPr>
            <a:r>
              <a:t/>
            </a:r>
            <a:endParaRPr b="0" i="0" sz="1415" u="none" cap="none" strike="noStrike">
              <a:solidFill>
                <a:srgbClr val="000000"/>
              </a:solidFill>
              <a:latin typeface="Calibri"/>
              <a:ea typeface="Calibri"/>
              <a:cs typeface="Calibri"/>
              <a:sym typeface="Calibri"/>
            </a:endParaRPr>
          </a:p>
        </p:txBody>
      </p:sp>
      <p:sp>
        <p:nvSpPr>
          <p:cNvPr id="362" name="Google Shape;362;g3ea228b06ea_0_1"/>
          <p:cNvSpPr/>
          <p:nvPr/>
        </p:nvSpPr>
        <p:spPr>
          <a:xfrm>
            <a:off x="12882870" y="7496859"/>
            <a:ext cx="3789600" cy="477300"/>
          </a:xfrm>
          <a:prstGeom prst="roundRect">
            <a:avLst>
              <a:gd fmla="val 50000" name="adj"/>
            </a:avLst>
          </a:prstGeom>
          <a:solidFill>
            <a:srgbClr val="FF9916"/>
          </a:solidFill>
          <a:ln cap="flat" cmpd="sng" w="26600">
            <a:solidFill>
              <a:srgbClr val="FF9916"/>
            </a:solidFill>
            <a:prstDash val="solid"/>
            <a:round/>
            <a:headEnd len="sm" w="sm" type="none"/>
            <a:tailEnd len="sm" w="sm" type="none"/>
          </a:ln>
        </p:spPr>
        <p:txBody>
          <a:bodyPr anchorCtr="0" anchor="ctr" bIns="63875" lIns="63875" spcFirstLastPara="1" rIns="63875" wrap="square" tIns="63875">
            <a:noAutofit/>
          </a:bodyPr>
          <a:lstStyle/>
          <a:p>
            <a:pPr indent="0" lvl="0" marL="0" marR="0" rtl="0" algn="ctr">
              <a:lnSpc>
                <a:spcPct val="100000"/>
              </a:lnSpc>
              <a:spcBef>
                <a:spcPts val="0"/>
              </a:spcBef>
              <a:spcAft>
                <a:spcPts val="0"/>
              </a:spcAft>
              <a:buClr>
                <a:srgbClr val="000000"/>
              </a:buClr>
              <a:buSzPts val="2446"/>
              <a:buFont typeface="Arial"/>
              <a:buNone/>
            </a:pPr>
            <a:r>
              <a:rPr b="1" i="0" lang="en-US" sz="1819" u="none" cap="none" strike="noStrike">
                <a:solidFill>
                  <a:srgbClr val="FFFFFF"/>
                </a:solidFill>
                <a:latin typeface="Ubuntu"/>
                <a:ea typeface="Ubuntu"/>
                <a:cs typeface="Ubuntu"/>
                <a:sym typeface="Ubuntu"/>
              </a:rPr>
              <a:t>AI Infrastructure</a:t>
            </a:r>
            <a:endParaRPr b="1" i="0" sz="1819" u="none" cap="none" strike="noStrike">
              <a:solidFill>
                <a:srgbClr val="FFFFFF"/>
              </a:solidFill>
              <a:latin typeface="Ubuntu"/>
              <a:ea typeface="Ubuntu"/>
              <a:cs typeface="Ubuntu"/>
              <a:sym typeface="Ubuntu"/>
            </a:endParaRPr>
          </a:p>
        </p:txBody>
      </p:sp>
      <p:pic>
        <p:nvPicPr>
          <p:cNvPr id="363" name="Google Shape;363;g3ea228b06ea_0_1"/>
          <p:cNvPicPr preferRelativeResize="0"/>
          <p:nvPr/>
        </p:nvPicPr>
        <p:blipFill rotWithShape="1">
          <a:blip r:embed="rId67">
            <a:alphaModFix/>
          </a:blip>
          <a:srcRect b="0" l="0" r="0" t="0"/>
          <a:stretch/>
        </p:blipFill>
        <p:spPr>
          <a:xfrm>
            <a:off x="13335978" y="8144011"/>
            <a:ext cx="1165200" cy="511409"/>
          </a:xfrm>
          <a:prstGeom prst="rect">
            <a:avLst/>
          </a:prstGeom>
          <a:noFill/>
          <a:ln>
            <a:noFill/>
          </a:ln>
        </p:spPr>
      </p:pic>
      <p:pic>
        <p:nvPicPr>
          <p:cNvPr id="364" name="Google Shape;364;g3ea228b06ea_0_1"/>
          <p:cNvPicPr preferRelativeResize="0"/>
          <p:nvPr/>
        </p:nvPicPr>
        <p:blipFill rotWithShape="1">
          <a:blip r:embed="rId68">
            <a:alphaModFix/>
          </a:blip>
          <a:srcRect b="0" l="0" r="0" t="0"/>
          <a:stretch/>
        </p:blipFill>
        <p:spPr>
          <a:xfrm>
            <a:off x="15178881" y="8141112"/>
            <a:ext cx="1018700" cy="51095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369" name="Shape 369"/>
        <p:cNvGrpSpPr/>
        <p:nvPr/>
      </p:nvGrpSpPr>
      <p:grpSpPr>
        <a:xfrm>
          <a:off x="0" y="0"/>
          <a:ext cx="0" cy="0"/>
          <a:chOff x="0" y="0"/>
          <a:chExt cx="0" cy="0"/>
        </a:xfrm>
      </p:grpSpPr>
      <p:sp>
        <p:nvSpPr>
          <p:cNvPr id="370" name="Google Shape;370;g3f6b58e047c_0_256"/>
          <p:cNvSpPr/>
          <p:nvPr/>
        </p:nvSpPr>
        <p:spPr>
          <a:xfrm>
            <a:off x="990600" y="1993344"/>
            <a:ext cx="16306800" cy="22800"/>
          </a:xfrm>
          <a:prstGeom prst="rect">
            <a:avLst/>
          </a:prstGeom>
          <a:solidFill>
            <a:srgbClr val="F265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g3f6b58e047c_0_256"/>
          <p:cNvSpPr/>
          <p:nvPr/>
        </p:nvSpPr>
        <p:spPr>
          <a:xfrm>
            <a:off x="990600" y="762000"/>
            <a:ext cx="8422800" cy="312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26522"/>
              </a:buClr>
              <a:buSzPts val="1800"/>
              <a:buFont typeface="Barlow Semi Condensed"/>
              <a:buNone/>
            </a:pPr>
            <a:r>
              <a:rPr b="1" lang="en-US" sz="1800">
                <a:solidFill>
                  <a:srgbClr val="F26522"/>
                </a:solidFill>
                <a:latin typeface="Barlow Semi Condensed"/>
                <a:ea typeface="Barlow Semi Condensed"/>
                <a:cs typeface="Barlow Semi Condensed"/>
                <a:sym typeface="Barlow Semi Condensed"/>
              </a:rPr>
              <a:t>Sisindokom Team</a:t>
            </a:r>
            <a:endParaRPr b="0" i="0" sz="1800" u="none" cap="none" strike="noStrike">
              <a:solidFill>
                <a:schemeClr val="dk1"/>
              </a:solidFill>
              <a:latin typeface="Calibri"/>
              <a:ea typeface="Calibri"/>
              <a:cs typeface="Calibri"/>
              <a:sym typeface="Calibri"/>
            </a:endParaRPr>
          </a:p>
        </p:txBody>
      </p:sp>
      <p:sp>
        <p:nvSpPr>
          <p:cNvPr id="372" name="Google Shape;372;g3f6b58e047c_0_256"/>
          <p:cNvSpPr/>
          <p:nvPr/>
        </p:nvSpPr>
        <p:spPr>
          <a:xfrm>
            <a:off x="990600" y="1169675"/>
            <a:ext cx="8484900" cy="652200"/>
          </a:xfrm>
          <a:prstGeom prst="rect">
            <a:avLst/>
          </a:prstGeom>
          <a:noFill/>
          <a:ln>
            <a:noFill/>
          </a:ln>
        </p:spPr>
        <p:txBody>
          <a:bodyPr anchorCtr="0" anchor="t" bIns="25400" lIns="25400" spcFirstLastPara="1" rIns="25400" wrap="square" tIns="25400">
            <a:noAutofit/>
          </a:bodyPr>
          <a:lstStyle/>
          <a:p>
            <a:pPr indent="0" lvl="0" marL="0" marR="0" rtl="0" algn="l">
              <a:lnSpc>
                <a:spcPct val="104000"/>
              </a:lnSpc>
              <a:spcBef>
                <a:spcPts val="0"/>
              </a:spcBef>
              <a:spcAft>
                <a:spcPts val="0"/>
              </a:spcAft>
              <a:buClr>
                <a:srgbClr val="2D2D2D"/>
              </a:buClr>
              <a:buSzPts val="4650"/>
              <a:buFont typeface="Barlow Semi Condensed"/>
              <a:buNone/>
            </a:pPr>
            <a:r>
              <a:rPr lang="en-US" sz="4200">
                <a:solidFill>
                  <a:schemeClr val="dk1"/>
                </a:solidFill>
                <a:latin typeface="Barlow Semi Condensed SemiBold"/>
                <a:ea typeface="Barlow Semi Condensed SemiBold"/>
                <a:cs typeface="Barlow Semi Condensed SemiBold"/>
                <a:sym typeface="Barlow Semi Condensed SemiBold"/>
              </a:rPr>
              <a:t>Scope of Work (TBD)</a:t>
            </a:r>
            <a:endParaRPr i="0" sz="4200" u="none" cap="none" strike="noStrike">
              <a:solidFill>
                <a:schemeClr val="dk1"/>
              </a:solidFill>
              <a:latin typeface="Barlow Semi Condensed SemiBold"/>
              <a:ea typeface="Barlow Semi Condensed SemiBold"/>
              <a:cs typeface="Barlow Semi Condensed SemiBold"/>
              <a:sym typeface="Barlow Semi Condensed SemiBold"/>
            </a:endParaRPr>
          </a:p>
        </p:txBody>
      </p:sp>
      <p:sp>
        <p:nvSpPr>
          <p:cNvPr id="373" name="Google Shape;373;g3f6b58e047c_0_256"/>
          <p:cNvSpPr/>
          <p:nvPr/>
        </p:nvSpPr>
        <p:spPr>
          <a:xfrm>
            <a:off x="990600" y="9669780"/>
            <a:ext cx="5308500" cy="96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g3f6b58e047c_0_256"/>
          <p:cNvSpPr/>
          <p:nvPr/>
        </p:nvSpPr>
        <p:spPr>
          <a:xfrm>
            <a:off x="6489621" y="9669780"/>
            <a:ext cx="5308500" cy="96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g3f6b58e047c_0_256"/>
          <p:cNvSpPr/>
          <p:nvPr/>
        </p:nvSpPr>
        <p:spPr>
          <a:xfrm>
            <a:off x="11988760" y="9669780"/>
            <a:ext cx="5308500" cy="96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76" name="Google Shape;376;g3f6b58e047c_0_256"/>
          <p:cNvPicPr preferRelativeResize="0"/>
          <p:nvPr/>
        </p:nvPicPr>
        <p:blipFill rotWithShape="1">
          <a:blip r:embed="rId3">
            <a:alphaModFix/>
          </a:blip>
          <a:srcRect b="36060" l="0" r="0" t="31392"/>
          <a:stretch/>
        </p:blipFill>
        <p:spPr>
          <a:xfrm>
            <a:off x="15369710" y="762000"/>
            <a:ext cx="2003891" cy="652225"/>
          </a:xfrm>
          <a:prstGeom prst="rect">
            <a:avLst/>
          </a:prstGeom>
          <a:noFill/>
          <a:ln>
            <a:noFill/>
          </a:ln>
        </p:spPr>
      </p:pic>
      <p:sp>
        <p:nvSpPr>
          <p:cNvPr id="377" name="Google Shape;377;g3f6b58e047c_0_256"/>
          <p:cNvSpPr/>
          <p:nvPr/>
        </p:nvSpPr>
        <p:spPr>
          <a:xfrm>
            <a:off x="16273224" y="9627870"/>
            <a:ext cx="1100400" cy="335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AAAAAA"/>
              </a:buClr>
              <a:buSzPts val="1800"/>
              <a:buFont typeface="IBM Plex Mono"/>
              <a:buNone/>
            </a:pPr>
            <a:r>
              <a:rPr b="0" i="0" lang="en-US" sz="1800" u="none" cap="none" strike="noStrike">
                <a:solidFill>
                  <a:srgbClr val="AAAAAA"/>
                </a:solidFill>
                <a:latin typeface="IBM Plex Mono"/>
                <a:ea typeface="IBM Plex Mono"/>
                <a:cs typeface="IBM Plex Mono"/>
                <a:sym typeface="IBM Plex Mono"/>
              </a:rPr>
              <a:t>07 / 19</a:t>
            </a:r>
            <a:endParaRPr b="0" i="0" sz="1800" u="none" cap="none" strike="noStrike">
              <a:solidFill>
                <a:schemeClr val="dk1"/>
              </a:solidFill>
              <a:latin typeface="Calibri"/>
              <a:ea typeface="Calibri"/>
              <a:cs typeface="Calibri"/>
              <a:sym typeface="Calibri"/>
            </a:endParaRPr>
          </a:p>
        </p:txBody>
      </p:sp>
      <p:sp>
        <p:nvSpPr>
          <p:cNvPr id="378" name="Google Shape;378;g3f6b58e047c_0_256"/>
          <p:cNvSpPr/>
          <p:nvPr/>
        </p:nvSpPr>
        <p:spPr>
          <a:xfrm>
            <a:off x="1479825" y="2382750"/>
            <a:ext cx="14446500" cy="556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404C"/>
              </a:buClr>
              <a:buSzPts val="1800"/>
              <a:buFont typeface="IBM Plex Sans"/>
              <a:buNone/>
            </a:pPr>
            <a:r>
              <a:rPr lang="en-US" sz="2354">
                <a:solidFill>
                  <a:srgbClr val="000000"/>
                </a:solidFill>
                <a:latin typeface="IBM Plex Sans Medium"/>
                <a:ea typeface="IBM Plex Sans Medium"/>
                <a:cs typeface="IBM Plex Sans Medium"/>
                <a:sym typeface="IBM Plex Sans Medium"/>
              </a:rPr>
              <a:t>Menambah jenis pelanggaran yang dapat dikenali, berjalan berdampingan dengan pemantauan APD yang sudah ada</a:t>
            </a:r>
            <a:endParaRPr sz="2354">
              <a:solidFill>
                <a:srgbClr val="000000"/>
              </a:solidFill>
              <a:latin typeface="IBM Plex Sans Medium"/>
              <a:ea typeface="IBM Plex Sans Medium"/>
              <a:cs typeface="IBM Plex Sans Medium"/>
              <a:sym typeface="IBM Plex Sans Medium"/>
            </a:endParaRPr>
          </a:p>
        </p:txBody>
      </p:sp>
      <p:sp>
        <p:nvSpPr>
          <p:cNvPr id="379" name="Google Shape;379;g3f6b58e047c_0_256"/>
          <p:cNvSpPr/>
          <p:nvPr/>
        </p:nvSpPr>
        <p:spPr>
          <a:xfrm>
            <a:off x="4125263" y="3500425"/>
            <a:ext cx="4765500" cy="5288700"/>
          </a:xfrm>
          <a:prstGeom prst="roundRect">
            <a:avLst>
              <a:gd fmla="val 1860" name="adj"/>
            </a:avLst>
          </a:prstGeom>
          <a:solidFill>
            <a:srgbClr val="FFFFFF"/>
          </a:solidFill>
          <a:ln cap="flat" cmpd="sng" w="13200">
            <a:solidFill>
              <a:srgbClr val="D7E0E9"/>
            </a:solidFill>
            <a:prstDash val="solid"/>
            <a:round/>
            <a:headEnd len="sm" w="sm" type="none"/>
            <a:tailEnd len="sm" w="sm" type="none"/>
          </a:ln>
          <a:effectLst>
            <a:outerShdw blurRad="140665" rotWithShape="0" algn="bl" dir="5400000" dist="35166">
              <a:srgbClr val="9AA9B8">
                <a:alpha val="25100"/>
              </a:srgbClr>
            </a:outerShdw>
          </a:effectLst>
        </p:spPr>
        <p:txBody>
          <a:bodyPr anchorCtr="0" anchor="t" bIns="63275" lIns="126575" spcFirstLastPara="1" rIns="126575" wrap="square" tIns="63275">
            <a:noAutofit/>
          </a:bodyPr>
          <a:lstStyle/>
          <a:p>
            <a:pPr indent="0" lvl="0" marL="0" marR="0" rtl="0" algn="l">
              <a:spcBef>
                <a:spcPts val="0"/>
              </a:spcBef>
              <a:spcAft>
                <a:spcPts val="0"/>
              </a:spcAft>
              <a:buNone/>
            </a:pPr>
            <a:r>
              <a:t/>
            </a:r>
            <a:endParaRPr sz="2492">
              <a:solidFill>
                <a:srgbClr val="000000"/>
              </a:solidFill>
              <a:latin typeface="Calibri"/>
              <a:ea typeface="Calibri"/>
              <a:cs typeface="Calibri"/>
              <a:sym typeface="Calibri"/>
            </a:endParaRPr>
          </a:p>
        </p:txBody>
      </p:sp>
      <p:sp>
        <p:nvSpPr>
          <p:cNvPr id="380" name="Google Shape;380;g3f6b58e047c_0_256"/>
          <p:cNvSpPr/>
          <p:nvPr/>
        </p:nvSpPr>
        <p:spPr>
          <a:xfrm>
            <a:off x="4125263" y="3500425"/>
            <a:ext cx="4765500" cy="1705800"/>
          </a:xfrm>
          <a:prstGeom prst="roundRect">
            <a:avLst>
              <a:gd fmla="val 4070" name="adj"/>
            </a:avLst>
          </a:prstGeom>
          <a:solidFill>
            <a:srgbClr val="0057A8"/>
          </a:solidFill>
          <a:ln cap="flat" cmpd="sng" w="13200">
            <a:solidFill>
              <a:srgbClr val="0057A8"/>
            </a:solidFill>
            <a:prstDash val="solid"/>
            <a:round/>
            <a:headEnd len="sm" w="sm" type="none"/>
            <a:tailEnd len="sm" w="sm" type="none"/>
          </a:ln>
        </p:spPr>
        <p:txBody>
          <a:bodyPr anchorCtr="0" anchor="t" bIns="63275" lIns="126575" spcFirstLastPara="1" rIns="126575" wrap="square" tIns="63275">
            <a:noAutofit/>
          </a:bodyPr>
          <a:lstStyle/>
          <a:p>
            <a:pPr indent="0" lvl="0" marL="0" marR="0" rtl="0" algn="l">
              <a:spcBef>
                <a:spcPts val="0"/>
              </a:spcBef>
              <a:spcAft>
                <a:spcPts val="0"/>
              </a:spcAft>
              <a:buNone/>
            </a:pPr>
            <a:r>
              <a:t/>
            </a:r>
            <a:endParaRPr sz="2492">
              <a:solidFill>
                <a:srgbClr val="000000"/>
              </a:solidFill>
              <a:latin typeface="Calibri"/>
              <a:ea typeface="Calibri"/>
              <a:cs typeface="Calibri"/>
              <a:sym typeface="Calibri"/>
            </a:endParaRPr>
          </a:p>
        </p:txBody>
      </p:sp>
      <p:pic>
        <p:nvPicPr>
          <p:cNvPr descr="preencoded.png" id="381" name="Google Shape;381;g3f6b58e047c_0_256"/>
          <p:cNvPicPr preferRelativeResize="0"/>
          <p:nvPr/>
        </p:nvPicPr>
        <p:blipFill rotWithShape="1">
          <a:blip r:embed="rId4">
            <a:alphaModFix/>
          </a:blip>
          <a:srcRect b="0" l="0" r="0" t="0"/>
          <a:stretch/>
        </p:blipFill>
        <p:spPr>
          <a:xfrm>
            <a:off x="4555701" y="3854898"/>
            <a:ext cx="582351" cy="582351"/>
          </a:xfrm>
          <a:prstGeom prst="rect">
            <a:avLst/>
          </a:prstGeom>
          <a:noFill/>
          <a:ln>
            <a:noFill/>
          </a:ln>
        </p:spPr>
      </p:pic>
      <p:sp>
        <p:nvSpPr>
          <p:cNvPr id="382" name="Google Shape;382;g3f6b58e047c_0_256"/>
          <p:cNvSpPr/>
          <p:nvPr/>
        </p:nvSpPr>
        <p:spPr>
          <a:xfrm>
            <a:off x="4555701" y="4538530"/>
            <a:ext cx="3904500" cy="1012800"/>
          </a:xfrm>
          <a:prstGeom prst="rect">
            <a:avLst/>
          </a:prstGeom>
          <a:noFill/>
          <a:ln>
            <a:noFill/>
          </a:ln>
        </p:spPr>
        <p:txBody>
          <a:bodyPr anchorCtr="0" anchor="b" bIns="0" lIns="0" spcFirstLastPara="1" rIns="0" wrap="square" tIns="0">
            <a:noAutofit/>
          </a:bodyPr>
          <a:lstStyle/>
          <a:p>
            <a:pPr indent="0" lvl="0" marL="0" marR="0" rtl="0" algn="l">
              <a:lnSpc>
                <a:spcPct val="95000"/>
              </a:lnSpc>
              <a:spcBef>
                <a:spcPts val="0"/>
              </a:spcBef>
              <a:spcAft>
                <a:spcPts val="0"/>
              </a:spcAft>
              <a:buClr>
                <a:srgbClr val="FFFFFF"/>
              </a:buClr>
              <a:buSzPts val="3323"/>
              <a:buFont typeface="Barlow Semi Condensed"/>
              <a:buNone/>
            </a:pPr>
            <a:r>
              <a:rPr b="1" lang="en-US" sz="3323">
                <a:solidFill>
                  <a:srgbClr val="FFFFFF"/>
                </a:solidFill>
                <a:latin typeface="Barlow Semi Condensed"/>
                <a:ea typeface="Barlow Semi Condensed"/>
                <a:cs typeface="Barlow Semi Condensed"/>
                <a:sym typeface="Barlow Semi Condensed"/>
              </a:rPr>
              <a:t>APD </a:t>
            </a:r>
            <a:endParaRPr b="1" sz="3323">
              <a:solidFill>
                <a:srgbClr val="FFFFFF"/>
              </a:solidFill>
              <a:latin typeface="Barlow Semi Condensed"/>
              <a:ea typeface="Barlow Semi Condensed"/>
              <a:cs typeface="Barlow Semi Condensed"/>
              <a:sym typeface="Barlow Semi Condensed"/>
            </a:endParaRPr>
          </a:p>
          <a:p>
            <a:pPr indent="0" lvl="0" marL="0" marR="0" rtl="0" algn="l">
              <a:lnSpc>
                <a:spcPct val="95000"/>
              </a:lnSpc>
              <a:spcBef>
                <a:spcPts val="0"/>
              </a:spcBef>
              <a:spcAft>
                <a:spcPts val="0"/>
              </a:spcAft>
              <a:buClr>
                <a:srgbClr val="FFFFFF"/>
              </a:buClr>
              <a:buSzPts val="3323"/>
              <a:buFont typeface="Barlow Semi Condensed"/>
              <a:buNone/>
            </a:pPr>
            <a:r>
              <a:t/>
            </a:r>
            <a:endParaRPr b="1" sz="3323">
              <a:solidFill>
                <a:srgbClr val="FFFFFF"/>
              </a:solidFill>
              <a:latin typeface="Barlow Semi Condensed"/>
              <a:ea typeface="Barlow Semi Condensed"/>
              <a:cs typeface="Barlow Semi Condensed"/>
              <a:sym typeface="Barlow Semi Condensed"/>
            </a:endParaRPr>
          </a:p>
        </p:txBody>
      </p:sp>
      <p:sp>
        <p:nvSpPr>
          <p:cNvPr id="383" name="Google Shape;383;g3f6b58e047c_0_256"/>
          <p:cNvSpPr/>
          <p:nvPr/>
        </p:nvSpPr>
        <p:spPr>
          <a:xfrm>
            <a:off x="4504999" y="7704363"/>
            <a:ext cx="4005900" cy="734400"/>
          </a:xfrm>
          <a:prstGeom prst="roundRect">
            <a:avLst>
              <a:gd fmla="val 13793" name="adj"/>
            </a:avLst>
          </a:prstGeom>
          <a:solidFill>
            <a:srgbClr val="F4F6F9"/>
          </a:solidFill>
          <a:ln cap="flat" cmpd="sng" w="13200">
            <a:solidFill>
              <a:srgbClr val="F4F6F9"/>
            </a:solidFill>
            <a:prstDash val="solid"/>
            <a:round/>
            <a:headEnd len="sm" w="sm" type="none"/>
            <a:tailEnd len="sm" w="sm" type="none"/>
          </a:ln>
        </p:spPr>
        <p:txBody>
          <a:bodyPr anchorCtr="0" anchor="t" bIns="63275" lIns="126575" spcFirstLastPara="1" rIns="126575" wrap="square" tIns="63275">
            <a:noAutofit/>
          </a:bodyPr>
          <a:lstStyle/>
          <a:p>
            <a:pPr indent="0" lvl="0" marL="0" marR="0" rtl="0" algn="l">
              <a:spcBef>
                <a:spcPts val="0"/>
              </a:spcBef>
              <a:spcAft>
                <a:spcPts val="0"/>
              </a:spcAft>
              <a:buNone/>
            </a:pPr>
            <a:r>
              <a:t/>
            </a:r>
            <a:endParaRPr sz="2492">
              <a:solidFill>
                <a:srgbClr val="000000"/>
              </a:solidFill>
              <a:latin typeface="Calibri"/>
              <a:ea typeface="Calibri"/>
              <a:cs typeface="Calibri"/>
              <a:sym typeface="Calibri"/>
            </a:endParaRPr>
          </a:p>
        </p:txBody>
      </p:sp>
      <p:sp>
        <p:nvSpPr>
          <p:cNvPr id="384" name="Google Shape;384;g3f6b58e047c_0_256"/>
          <p:cNvSpPr/>
          <p:nvPr/>
        </p:nvSpPr>
        <p:spPr>
          <a:xfrm>
            <a:off x="9397237" y="3500425"/>
            <a:ext cx="4765500" cy="5288700"/>
          </a:xfrm>
          <a:prstGeom prst="roundRect">
            <a:avLst>
              <a:gd fmla="val 1860" name="adj"/>
            </a:avLst>
          </a:prstGeom>
          <a:solidFill>
            <a:srgbClr val="FFFFFF"/>
          </a:solidFill>
          <a:ln cap="flat" cmpd="sng" w="13200">
            <a:solidFill>
              <a:srgbClr val="D7E0E9"/>
            </a:solidFill>
            <a:prstDash val="solid"/>
            <a:round/>
            <a:headEnd len="sm" w="sm" type="none"/>
            <a:tailEnd len="sm" w="sm" type="none"/>
          </a:ln>
          <a:effectLst>
            <a:outerShdw blurRad="140665" rotWithShape="0" algn="bl" dir="5400000" dist="35166">
              <a:srgbClr val="9AA9B8">
                <a:alpha val="25100"/>
              </a:srgbClr>
            </a:outerShdw>
          </a:effectLst>
        </p:spPr>
        <p:txBody>
          <a:bodyPr anchorCtr="0" anchor="t" bIns="63275" lIns="126575" spcFirstLastPara="1" rIns="126575" wrap="square" tIns="63275">
            <a:noAutofit/>
          </a:bodyPr>
          <a:lstStyle/>
          <a:p>
            <a:pPr indent="0" lvl="0" marL="0" marR="0" rtl="0" algn="l">
              <a:spcBef>
                <a:spcPts val="0"/>
              </a:spcBef>
              <a:spcAft>
                <a:spcPts val="0"/>
              </a:spcAft>
              <a:buNone/>
            </a:pPr>
            <a:r>
              <a:t/>
            </a:r>
            <a:endParaRPr sz="2492">
              <a:solidFill>
                <a:srgbClr val="000000"/>
              </a:solidFill>
              <a:latin typeface="Calibri"/>
              <a:ea typeface="Calibri"/>
              <a:cs typeface="Calibri"/>
              <a:sym typeface="Calibri"/>
            </a:endParaRPr>
          </a:p>
        </p:txBody>
      </p:sp>
      <p:sp>
        <p:nvSpPr>
          <p:cNvPr id="385" name="Google Shape;385;g3f6b58e047c_0_256"/>
          <p:cNvSpPr/>
          <p:nvPr/>
        </p:nvSpPr>
        <p:spPr>
          <a:xfrm>
            <a:off x="9397234" y="3500425"/>
            <a:ext cx="4765500" cy="1705800"/>
          </a:xfrm>
          <a:prstGeom prst="roundRect">
            <a:avLst>
              <a:gd fmla="val 4070" name="adj"/>
            </a:avLst>
          </a:prstGeom>
          <a:solidFill>
            <a:srgbClr val="E4002B"/>
          </a:solidFill>
          <a:ln cap="flat" cmpd="sng" w="13200">
            <a:solidFill>
              <a:srgbClr val="E4002B"/>
            </a:solidFill>
            <a:prstDash val="solid"/>
            <a:round/>
            <a:headEnd len="sm" w="sm" type="none"/>
            <a:tailEnd len="sm" w="sm" type="none"/>
          </a:ln>
        </p:spPr>
        <p:txBody>
          <a:bodyPr anchorCtr="0" anchor="t" bIns="63275" lIns="126575" spcFirstLastPara="1" rIns="126575" wrap="square" tIns="63275">
            <a:noAutofit/>
          </a:bodyPr>
          <a:lstStyle/>
          <a:p>
            <a:pPr indent="0" lvl="0" marL="0" marR="0" rtl="0" algn="l">
              <a:spcBef>
                <a:spcPts val="0"/>
              </a:spcBef>
              <a:spcAft>
                <a:spcPts val="0"/>
              </a:spcAft>
              <a:buNone/>
            </a:pPr>
            <a:r>
              <a:t/>
            </a:r>
            <a:endParaRPr sz="2492">
              <a:solidFill>
                <a:srgbClr val="000000"/>
              </a:solidFill>
              <a:latin typeface="Calibri"/>
              <a:ea typeface="Calibri"/>
              <a:cs typeface="Calibri"/>
              <a:sym typeface="Calibri"/>
            </a:endParaRPr>
          </a:p>
        </p:txBody>
      </p:sp>
      <p:pic>
        <p:nvPicPr>
          <p:cNvPr descr="preencoded.png" id="386" name="Google Shape;386;g3f6b58e047c_0_256"/>
          <p:cNvPicPr preferRelativeResize="0"/>
          <p:nvPr/>
        </p:nvPicPr>
        <p:blipFill rotWithShape="1">
          <a:blip r:embed="rId5">
            <a:alphaModFix/>
          </a:blip>
          <a:srcRect b="0" l="0" r="0" t="0"/>
          <a:stretch/>
        </p:blipFill>
        <p:spPr>
          <a:xfrm>
            <a:off x="9827667" y="3854898"/>
            <a:ext cx="582351" cy="582351"/>
          </a:xfrm>
          <a:prstGeom prst="rect">
            <a:avLst/>
          </a:prstGeom>
          <a:noFill/>
          <a:ln>
            <a:noFill/>
          </a:ln>
        </p:spPr>
      </p:pic>
      <p:sp>
        <p:nvSpPr>
          <p:cNvPr id="387" name="Google Shape;387;g3f6b58e047c_0_256"/>
          <p:cNvSpPr/>
          <p:nvPr/>
        </p:nvSpPr>
        <p:spPr>
          <a:xfrm>
            <a:off x="9827667" y="4538530"/>
            <a:ext cx="3904500" cy="1012800"/>
          </a:xfrm>
          <a:prstGeom prst="rect">
            <a:avLst/>
          </a:prstGeom>
          <a:noFill/>
          <a:ln>
            <a:noFill/>
          </a:ln>
        </p:spPr>
        <p:txBody>
          <a:bodyPr anchorCtr="0" anchor="b" bIns="0" lIns="0" spcFirstLastPara="1" rIns="0" wrap="square" tIns="0">
            <a:noAutofit/>
          </a:bodyPr>
          <a:lstStyle/>
          <a:p>
            <a:pPr indent="0" lvl="0" marL="0" marR="0" rtl="0" algn="l">
              <a:lnSpc>
                <a:spcPct val="95000"/>
              </a:lnSpc>
              <a:spcBef>
                <a:spcPts val="0"/>
              </a:spcBef>
              <a:spcAft>
                <a:spcPts val="0"/>
              </a:spcAft>
              <a:buClr>
                <a:srgbClr val="FFFFFF"/>
              </a:buClr>
              <a:buSzPts val="3323"/>
              <a:buFont typeface="Barlow Semi Condensed"/>
              <a:buNone/>
            </a:pPr>
            <a:r>
              <a:rPr b="1" lang="en-US" sz="3323">
                <a:solidFill>
                  <a:srgbClr val="FFFFFF"/>
                </a:solidFill>
                <a:latin typeface="Barlow Semi Condensed"/>
                <a:ea typeface="Barlow Semi Condensed"/>
                <a:cs typeface="Barlow Semi Condensed"/>
                <a:sym typeface="Barlow Semi Condensed"/>
              </a:rPr>
              <a:t>Vehicle Violation</a:t>
            </a:r>
            <a:endParaRPr b="1" sz="3323">
              <a:solidFill>
                <a:srgbClr val="FFFFFF"/>
              </a:solidFill>
              <a:latin typeface="Barlow Semi Condensed"/>
              <a:ea typeface="Barlow Semi Condensed"/>
              <a:cs typeface="Barlow Semi Condensed"/>
              <a:sym typeface="Barlow Semi Condensed"/>
            </a:endParaRPr>
          </a:p>
          <a:p>
            <a:pPr indent="0" lvl="0" marL="0" marR="0" rtl="0" algn="l">
              <a:lnSpc>
                <a:spcPct val="95000"/>
              </a:lnSpc>
              <a:spcBef>
                <a:spcPts val="0"/>
              </a:spcBef>
              <a:spcAft>
                <a:spcPts val="0"/>
              </a:spcAft>
              <a:buClr>
                <a:srgbClr val="FFFFFF"/>
              </a:buClr>
              <a:buSzPts val="3323"/>
              <a:buFont typeface="Barlow Semi Condensed"/>
              <a:buNone/>
            </a:pPr>
            <a:r>
              <a:t/>
            </a:r>
            <a:endParaRPr b="1" sz="3323">
              <a:solidFill>
                <a:srgbClr val="FFFFFF"/>
              </a:solidFill>
              <a:latin typeface="Barlow Semi Condensed"/>
              <a:ea typeface="Barlow Semi Condensed"/>
              <a:cs typeface="Barlow Semi Condensed"/>
              <a:sym typeface="Barlow Semi Condensed"/>
            </a:endParaRPr>
          </a:p>
        </p:txBody>
      </p:sp>
      <p:sp>
        <p:nvSpPr>
          <p:cNvPr id="388" name="Google Shape;388;g3f6b58e047c_0_256"/>
          <p:cNvSpPr/>
          <p:nvPr/>
        </p:nvSpPr>
        <p:spPr>
          <a:xfrm>
            <a:off x="9776965" y="7704363"/>
            <a:ext cx="4005900" cy="734400"/>
          </a:xfrm>
          <a:prstGeom prst="roundRect">
            <a:avLst>
              <a:gd fmla="val 13793" name="adj"/>
            </a:avLst>
          </a:prstGeom>
          <a:solidFill>
            <a:srgbClr val="F4F6F9"/>
          </a:solidFill>
          <a:ln cap="flat" cmpd="sng" w="13200">
            <a:solidFill>
              <a:srgbClr val="F4F6F9"/>
            </a:solidFill>
            <a:prstDash val="solid"/>
            <a:round/>
            <a:headEnd len="sm" w="sm" type="none"/>
            <a:tailEnd len="sm" w="sm" type="none"/>
          </a:ln>
        </p:spPr>
        <p:txBody>
          <a:bodyPr anchorCtr="0" anchor="t" bIns="63275" lIns="126575" spcFirstLastPara="1" rIns="126575" wrap="square" tIns="63275">
            <a:noAutofit/>
          </a:bodyPr>
          <a:lstStyle/>
          <a:p>
            <a:pPr indent="0" lvl="0" marL="0" marR="0" rtl="0" algn="l">
              <a:spcBef>
                <a:spcPts val="0"/>
              </a:spcBef>
              <a:spcAft>
                <a:spcPts val="0"/>
              </a:spcAft>
              <a:buNone/>
            </a:pPr>
            <a:r>
              <a:t/>
            </a:r>
            <a:endParaRPr sz="2492">
              <a:solidFill>
                <a:srgbClr val="000000"/>
              </a:solidFill>
              <a:latin typeface="Calibri"/>
              <a:ea typeface="Calibri"/>
              <a:cs typeface="Calibri"/>
              <a:sym typeface="Calibri"/>
            </a:endParaRPr>
          </a:p>
        </p:txBody>
      </p:sp>
      <p:pic>
        <p:nvPicPr>
          <p:cNvPr id="389" name="Google Shape;389;g3f6b58e047c_0_256"/>
          <p:cNvPicPr preferRelativeResize="0"/>
          <p:nvPr/>
        </p:nvPicPr>
        <p:blipFill>
          <a:blip r:embed="rId6">
            <a:alphaModFix/>
          </a:blip>
          <a:stretch>
            <a:fillRect/>
          </a:stretch>
        </p:blipFill>
        <p:spPr>
          <a:xfrm>
            <a:off x="9673043" y="5404443"/>
            <a:ext cx="4213882" cy="1883625"/>
          </a:xfrm>
          <a:prstGeom prst="rect">
            <a:avLst/>
          </a:prstGeom>
          <a:noFill/>
          <a:ln>
            <a:noFill/>
          </a:ln>
        </p:spPr>
      </p:pic>
      <p:pic>
        <p:nvPicPr>
          <p:cNvPr id="390" name="Google Shape;390;g3f6b58e047c_0_256"/>
          <p:cNvPicPr preferRelativeResize="0"/>
          <p:nvPr/>
        </p:nvPicPr>
        <p:blipFill>
          <a:blip r:embed="rId7">
            <a:alphaModFix/>
          </a:blip>
          <a:stretch>
            <a:fillRect/>
          </a:stretch>
        </p:blipFill>
        <p:spPr>
          <a:xfrm>
            <a:off x="4374155" y="5404438"/>
            <a:ext cx="4323407" cy="1883625"/>
          </a:xfrm>
          <a:prstGeom prst="rect">
            <a:avLst/>
          </a:prstGeom>
          <a:noFill/>
          <a:ln>
            <a:noFill/>
          </a:ln>
        </p:spPr>
      </p:pic>
      <p:sp>
        <p:nvSpPr>
          <p:cNvPr id="391" name="Google Shape;391;g3f6b58e047c_0_256"/>
          <p:cNvSpPr/>
          <p:nvPr/>
        </p:nvSpPr>
        <p:spPr>
          <a:xfrm>
            <a:off x="4694896" y="7704363"/>
            <a:ext cx="3626100" cy="734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33404C"/>
              </a:buClr>
              <a:buSzPts val="1592"/>
              <a:buFont typeface="IBM Plex Sans"/>
              <a:buNone/>
            </a:pPr>
            <a:r>
              <a:rPr i="1" lang="en-US" sz="1938">
                <a:latin typeface="IBM Plex Sans"/>
                <a:ea typeface="IBM Plex Sans"/>
                <a:cs typeface="IBM Plex Sans"/>
                <a:sym typeface="IBM Plex Sans"/>
              </a:rPr>
              <a:t>Termasuk Body Harnes, Safety Gloves, Safety Googles</a:t>
            </a:r>
            <a:endParaRPr sz="1938">
              <a:solidFill>
                <a:srgbClr val="000000"/>
              </a:solidFill>
              <a:latin typeface="Calibri"/>
              <a:ea typeface="Calibri"/>
              <a:cs typeface="Calibri"/>
              <a:sym typeface="Calibri"/>
            </a:endParaRPr>
          </a:p>
        </p:txBody>
      </p:sp>
      <p:sp>
        <p:nvSpPr>
          <p:cNvPr id="392" name="Google Shape;392;g3f6b58e047c_0_256"/>
          <p:cNvSpPr/>
          <p:nvPr/>
        </p:nvSpPr>
        <p:spPr>
          <a:xfrm>
            <a:off x="9966863" y="7704363"/>
            <a:ext cx="3626100" cy="734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33404C"/>
              </a:buClr>
              <a:buSzPts val="1592"/>
              <a:buFont typeface="IBM Plex Sans"/>
              <a:buNone/>
            </a:pPr>
            <a:r>
              <a:rPr i="1" lang="en-US" sz="1938">
                <a:latin typeface="IBM Plex Sans"/>
                <a:ea typeface="IBM Plex Sans"/>
                <a:cs typeface="IBM Plex Sans"/>
                <a:sym typeface="IBM Plex Sans"/>
              </a:rPr>
              <a:t>Orang yang menggunakan mobil pick-up sebagai angkutan</a:t>
            </a:r>
            <a:endParaRPr sz="1938">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397" name="Shape 397"/>
        <p:cNvGrpSpPr/>
        <p:nvPr/>
      </p:nvGrpSpPr>
      <p:grpSpPr>
        <a:xfrm>
          <a:off x="0" y="0"/>
          <a:ext cx="0" cy="0"/>
          <a:chOff x="0" y="0"/>
          <a:chExt cx="0" cy="0"/>
        </a:xfrm>
      </p:grpSpPr>
      <p:sp>
        <p:nvSpPr>
          <p:cNvPr id="398" name="Google Shape;398;g3f6b58e047c_0_61"/>
          <p:cNvSpPr/>
          <p:nvPr/>
        </p:nvSpPr>
        <p:spPr>
          <a:xfrm>
            <a:off x="990600" y="1993344"/>
            <a:ext cx="16306800" cy="22800"/>
          </a:xfrm>
          <a:prstGeom prst="rect">
            <a:avLst/>
          </a:prstGeom>
          <a:solidFill>
            <a:srgbClr val="F265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g3f6b58e047c_0_61"/>
          <p:cNvSpPr/>
          <p:nvPr/>
        </p:nvSpPr>
        <p:spPr>
          <a:xfrm>
            <a:off x="990600" y="762000"/>
            <a:ext cx="8422800" cy="312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26522"/>
              </a:buClr>
              <a:buSzPts val="1800"/>
              <a:buFont typeface="Barlow Semi Condensed"/>
              <a:buNone/>
            </a:pPr>
            <a:r>
              <a:rPr b="1" lang="en-US" sz="1800">
                <a:solidFill>
                  <a:srgbClr val="F26522"/>
                </a:solidFill>
                <a:latin typeface="Barlow Semi Condensed"/>
                <a:ea typeface="Barlow Semi Condensed"/>
                <a:cs typeface="Barlow Semi Condensed"/>
                <a:sym typeface="Barlow Semi Condensed"/>
              </a:rPr>
              <a:t>Sisindokom Team</a:t>
            </a:r>
            <a:endParaRPr b="0" i="0" sz="1800" u="none" cap="none" strike="noStrike">
              <a:solidFill>
                <a:schemeClr val="dk1"/>
              </a:solidFill>
              <a:latin typeface="Calibri"/>
              <a:ea typeface="Calibri"/>
              <a:cs typeface="Calibri"/>
              <a:sym typeface="Calibri"/>
            </a:endParaRPr>
          </a:p>
        </p:txBody>
      </p:sp>
      <p:sp>
        <p:nvSpPr>
          <p:cNvPr id="400" name="Google Shape;400;g3f6b58e047c_0_61"/>
          <p:cNvSpPr/>
          <p:nvPr/>
        </p:nvSpPr>
        <p:spPr>
          <a:xfrm>
            <a:off x="990600" y="1169675"/>
            <a:ext cx="8484900" cy="652200"/>
          </a:xfrm>
          <a:prstGeom prst="rect">
            <a:avLst/>
          </a:prstGeom>
          <a:noFill/>
          <a:ln>
            <a:noFill/>
          </a:ln>
        </p:spPr>
        <p:txBody>
          <a:bodyPr anchorCtr="0" anchor="t" bIns="25400" lIns="25400" spcFirstLastPara="1" rIns="25400" wrap="square" tIns="25400">
            <a:noAutofit/>
          </a:bodyPr>
          <a:lstStyle/>
          <a:p>
            <a:pPr indent="0" lvl="0" marL="0" marR="0" rtl="0" algn="l">
              <a:lnSpc>
                <a:spcPct val="104000"/>
              </a:lnSpc>
              <a:spcBef>
                <a:spcPts val="0"/>
              </a:spcBef>
              <a:spcAft>
                <a:spcPts val="0"/>
              </a:spcAft>
              <a:buClr>
                <a:srgbClr val="2D2D2D"/>
              </a:buClr>
              <a:buSzPts val="4650"/>
              <a:buFont typeface="Barlow Semi Condensed"/>
              <a:buNone/>
            </a:pPr>
            <a:r>
              <a:rPr lang="en-US" sz="4200">
                <a:solidFill>
                  <a:schemeClr val="dk1"/>
                </a:solidFill>
                <a:latin typeface="Barlow Semi Condensed SemiBold"/>
                <a:ea typeface="Barlow Semi Condensed SemiBold"/>
                <a:cs typeface="Barlow Semi Condensed SemiBold"/>
                <a:sym typeface="Barlow Semi Condensed SemiBold"/>
              </a:rPr>
              <a:t>Notify</a:t>
            </a:r>
            <a:endParaRPr i="0" sz="4200" u="none" cap="none" strike="noStrike">
              <a:solidFill>
                <a:schemeClr val="dk1"/>
              </a:solidFill>
              <a:latin typeface="Barlow Semi Condensed SemiBold"/>
              <a:ea typeface="Barlow Semi Condensed SemiBold"/>
              <a:cs typeface="Barlow Semi Condensed SemiBold"/>
              <a:sym typeface="Barlow Semi Condensed SemiBold"/>
            </a:endParaRPr>
          </a:p>
        </p:txBody>
      </p:sp>
      <p:sp>
        <p:nvSpPr>
          <p:cNvPr id="401" name="Google Shape;401;g3f6b58e047c_0_61"/>
          <p:cNvSpPr/>
          <p:nvPr/>
        </p:nvSpPr>
        <p:spPr>
          <a:xfrm>
            <a:off x="990600" y="9669780"/>
            <a:ext cx="5308500" cy="96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g3f6b58e047c_0_61"/>
          <p:cNvSpPr/>
          <p:nvPr/>
        </p:nvSpPr>
        <p:spPr>
          <a:xfrm>
            <a:off x="6489621" y="9669780"/>
            <a:ext cx="5308500" cy="96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g3f6b58e047c_0_61"/>
          <p:cNvSpPr/>
          <p:nvPr/>
        </p:nvSpPr>
        <p:spPr>
          <a:xfrm>
            <a:off x="11988760" y="9669780"/>
            <a:ext cx="5308500" cy="96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04" name="Google Shape;404;g3f6b58e047c_0_61"/>
          <p:cNvPicPr preferRelativeResize="0"/>
          <p:nvPr/>
        </p:nvPicPr>
        <p:blipFill rotWithShape="1">
          <a:blip r:embed="rId3">
            <a:alphaModFix/>
          </a:blip>
          <a:srcRect b="36060" l="0" r="0" t="31392"/>
          <a:stretch/>
        </p:blipFill>
        <p:spPr>
          <a:xfrm>
            <a:off x="15369710" y="762000"/>
            <a:ext cx="2003891" cy="652225"/>
          </a:xfrm>
          <a:prstGeom prst="rect">
            <a:avLst/>
          </a:prstGeom>
          <a:noFill/>
          <a:ln>
            <a:noFill/>
          </a:ln>
        </p:spPr>
      </p:pic>
      <p:sp>
        <p:nvSpPr>
          <p:cNvPr id="405" name="Google Shape;405;g3f6b58e047c_0_61"/>
          <p:cNvSpPr/>
          <p:nvPr/>
        </p:nvSpPr>
        <p:spPr>
          <a:xfrm>
            <a:off x="16273224" y="9627870"/>
            <a:ext cx="1100400" cy="335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AAAAAA"/>
              </a:buClr>
              <a:buSzPts val="1800"/>
              <a:buFont typeface="IBM Plex Mono"/>
              <a:buNone/>
            </a:pPr>
            <a:r>
              <a:rPr b="0" i="0" lang="en-US" sz="1800" u="none" cap="none" strike="noStrike">
                <a:solidFill>
                  <a:srgbClr val="AAAAAA"/>
                </a:solidFill>
                <a:latin typeface="IBM Plex Mono"/>
                <a:ea typeface="IBM Plex Mono"/>
                <a:cs typeface="IBM Plex Mono"/>
                <a:sym typeface="IBM Plex Mono"/>
              </a:rPr>
              <a:t>07 / 19</a:t>
            </a:r>
            <a:endParaRPr b="0" i="0" sz="1800" u="none" cap="none" strike="noStrike">
              <a:solidFill>
                <a:schemeClr val="dk1"/>
              </a:solidFill>
              <a:latin typeface="Calibri"/>
              <a:ea typeface="Calibri"/>
              <a:cs typeface="Calibri"/>
              <a:sym typeface="Calibri"/>
            </a:endParaRPr>
          </a:p>
        </p:txBody>
      </p:sp>
      <p:sp>
        <p:nvSpPr>
          <p:cNvPr id="406" name="Google Shape;406;g3f6b58e047c_0_61"/>
          <p:cNvSpPr/>
          <p:nvPr/>
        </p:nvSpPr>
        <p:spPr>
          <a:xfrm>
            <a:off x="1521750" y="2300625"/>
            <a:ext cx="13897200" cy="555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404C"/>
              </a:buClr>
              <a:buSzPts val="1797"/>
              <a:buFont typeface="IBM Plex Sans"/>
              <a:buNone/>
            </a:pPr>
            <a:r>
              <a:rPr lang="en-US" sz="2350">
                <a:solidFill>
                  <a:srgbClr val="33404C"/>
                </a:solidFill>
                <a:latin typeface="IBM Plex Sans Medium"/>
                <a:ea typeface="IBM Plex Sans Medium"/>
                <a:cs typeface="IBM Plex Sans Medium"/>
                <a:sym typeface="IBM Plex Sans Medium"/>
              </a:rPr>
              <a:t>Memindahkan alur peringatan dari aplikasi pribadi ke channel komunikasi official perusahaan</a:t>
            </a:r>
            <a:endParaRPr sz="2350">
              <a:solidFill>
                <a:srgbClr val="000000"/>
              </a:solidFill>
              <a:latin typeface="IBM Plex Sans Medium"/>
              <a:ea typeface="IBM Plex Sans Medium"/>
              <a:cs typeface="IBM Plex Sans Medium"/>
              <a:sym typeface="IBM Plex Sans Medium"/>
            </a:endParaRPr>
          </a:p>
        </p:txBody>
      </p:sp>
      <p:sp>
        <p:nvSpPr>
          <p:cNvPr id="407" name="Google Shape;407;g3f6b58e047c_0_61"/>
          <p:cNvSpPr/>
          <p:nvPr/>
        </p:nvSpPr>
        <p:spPr>
          <a:xfrm>
            <a:off x="1521755" y="3286751"/>
            <a:ext cx="5752500" cy="1580400"/>
          </a:xfrm>
          <a:prstGeom prst="roundRect">
            <a:avLst>
              <a:gd fmla="val 5600" name="adj"/>
            </a:avLst>
          </a:prstGeom>
          <a:solidFill>
            <a:srgbClr val="FFFFFF"/>
          </a:solidFill>
          <a:ln cap="flat" cmpd="sng" w="13175">
            <a:solidFill>
              <a:srgbClr val="F4F6F9"/>
            </a:solidFill>
            <a:prstDash val="solid"/>
            <a:round/>
            <a:headEnd len="sm" w="sm" type="none"/>
            <a:tailEnd len="sm" w="sm" type="none"/>
          </a:ln>
        </p:spPr>
        <p:txBody>
          <a:bodyPr anchorCtr="0" anchor="t" bIns="63175" lIns="126425" spcFirstLastPara="1" rIns="126425" wrap="square" tIns="63175">
            <a:noAutofit/>
          </a:bodyPr>
          <a:lstStyle/>
          <a:p>
            <a:pPr indent="0" lvl="0" marL="0" marR="0" rtl="0" algn="l">
              <a:spcBef>
                <a:spcPts val="0"/>
              </a:spcBef>
              <a:spcAft>
                <a:spcPts val="0"/>
              </a:spcAft>
              <a:buNone/>
            </a:pPr>
            <a:r>
              <a:t/>
            </a:r>
            <a:endParaRPr sz="2489">
              <a:solidFill>
                <a:srgbClr val="000000"/>
              </a:solidFill>
              <a:latin typeface="Calibri"/>
              <a:ea typeface="Calibri"/>
              <a:cs typeface="Calibri"/>
              <a:sym typeface="Calibri"/>
            </a:endParaRPr>
          </a:p>
        </p:txBody>
      </p:sp>
      <p:sp>
        <p:nvSpPr>
          <p:cNvPr id="408" name="Google Shape;408;g3f6b58e047c_0_61"/>
          <p:cNvSpPr/>
          <p:nvPr/>
        </p:nvSpPr>
        <p:spPr>
          <a:xfrm>
            <a:off x="1820487" y="3438462"/>
            <a:ext cx="4803900" cy="37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04C"/>
              </a:buClr>
              <a:buSzPts val="1590"/>
              <a:buFont typeface="IBM Plex Sans"/>
              <a:buNone/>
            </a:pPr>
            <a:r>
              <a:rPr lang="en-US" sz="2350">
                <a:solidFill>
                  <a:srgbClr val="33404C"/>
                </a:solidFill>
                <a:latin typeface="IBM Plex Sans Medium"/>
                <a:ea typeface="IBM Plex Sans Medium"/>
                <a:cs typeface="IBM Plex Sans Medium"/>
                <a:sym typeface="IBM Plex Sans Medium"/>
              </a:rPr>
              <a:t>Saat ini</a:t>
            </a:r>
            <a:endParaRPr sz="2350">
              <a:solidFill>
                <a:srgbClr val="000000"/>
              </a:solidFill>
              <a:latin typeface="IBM Plex Sans Medium"/>
              <a:ea typeface="IBM Plex Sans Medium"/>
              <a:cs typeface="IBM Plex Sans Medium"/>
              <a:sym typeface="IBM Plex Sans Medium"/>
            </a:endParaRPr>
          </a:p>
        </p:txBody>
      </p:sp>
      <p:sp>
        <p:nvSpPr>
          <p:cNvPr id="409" name="Google Shape;409;g3f6b58e047c_0_61"/>
          <p:cNvSpPr/>
          <p:nvPr/>
        </p:nvSpPr>
        <p:spPr>
          <a:xfrm>
            <a:off x="1778141" y="3843030"/>
            <a:ext cx="5347800" cy="63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B8C"/>
              </a:buClr>
              <a:buSzPts val="3180"/>
              <a:buFont typeface="Barlow Semi Condensed"/>
              <a:buNone/>
            </a:pPr>
            <a:r>
              <a:rPr b="1" lang="en-US" sz="3180">
                <a:solidFill>
                  <a:srgbClr val="000000"/>
                </a:solidFill>
                <a:latin typeface="Barlow Semi Condensed"/>
                <a:ea typeface="Barlow Semi Condensed"/>
                <a:cs typeface="Barlow Semi Condensed"/>
                <a:sym typeface="Barlow Semi Condensed"/>
              </a:rPr>
              <a:t>Aplikasi chat pribadi </a:t>
            </a:r>
            <a:r>
              <a:rPr b="1" lang="en-US" sz="3180">
                <a:latin typeface="Barlow Semi Condensed"/>
                <a:ea typeface="Barlow Semi Condensed"/>
                <a:cs typeface="Barlow Semi Condensed"/>
                <a:sym typeface="Barlow Semi Condensed"/>
              </a:rPr>
              <a:t>(Telegram)</a:t>
            </a:r>
            <a:endParaRPr sz="3180">
              <a:solidFill>
                <a:srgbClr val="000000"/>
              </a:solidFill>
              <a:latin typeface="Calibri"/>
              <a:ea typeface="Calibri"/>
              <a:cs typeface="Calibri"/>
              <a:sym typeface="Calibri"/>
            </a:endParaRPr>
          </a:p>
        </p:txBody>
      </p:sp>
      <p:sp>
        <p:nvSpPr>
          <p:cNvPr id="410" name="Google Shape;410;g3f6b58e047c_0_61"/>
          <p:cNvSpPr/>
          <p:nvPr/>
        </p:nvSpPr>
        <p:spPr>
          <a:xfrm>
            <a:off x="7590235" y="3628102"/>
            <a:ext cx="3160800" cy="910500"/>
          </a:xfrm>
          <a:prstGeom prst="homePlate">
            <a:avLst>
              <a:gd fmla="val 50000" name="adj"/>
            </a:avLst>
          </a:prstGeom>
          <a:solidFill>
            <a:srgbClr val="E4002B"/>
          </a:solidFill>
          <a:ln cap="flat" cmpd="sng" w="13175">
            <a:solidFill>
              <a:srgbClr val="E4002B"/>
            </a:solidFill>
            <a:prstDash val="solid"/>
            <a:round/>
            <a:headEnd len="sm" w="sm" type="none"/>
            <a:tailEnd len="sm" w="sm" type="none"/>
          </a:ln>
        </p:spPr>
        <p:txBody>
          <a:bodyPr anchorCtr="0" anchor="t" bIns="63175" lIns="126425" spcFirstLastPara="1" rIns="126425" wrap="square" tIns="63175">
            <a:noAutofit/>
          </a:bodyPr>
          <a:lstStyle/>
          <a:p>
            <a:pPr indent="0" lvl="0" marL="0" marR="0" rtl="0" algn="l">
              <a:spcBef>
                <a:spcPts val="0"/>
              </a:spcBef>
              <a:spcAft>
                <a:spcPts val="0"/>
              </a:spcAft>
              <a:buNone/>
            </a:pPr>
            <a:r>
              <a:t/>
            </a:r>
            <a:endParaRPr sz="2489">
              <a:solidFill>
                <a:srgbClr val="000000"/>
              </a:solidFill>
              <a:latin typeface="Calibri"/>
              <a:ea typeface="Calibri"/>
              <a:cs typeface="Calibri"/>
              <a:sym typeface="Calibri"/>
            </a:endParaRPr>
          </a:p>
        </p:txBody>
      </p:sp>
      <p:sp>
        <p:nvSpPr>
          <p:cNvPr id="411" name="Google Shape;411;g3f6b58e047c_0_61"/>
          <p:cNvSpPr/>
          <p:nvPr/>
        </p:nvSpPr>
        <p:spPr>
          <a:xfrm>
            <a:off x="7590235" y="3628102"/>
            <a:ext cx="2932800" cy="910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20"/>
              <a:buFont typeface="Barlow Semi Condensed"/>
              <a:buNone/>
            </a:pPr>
            <a:r>
              <a:rPr b="1" lang="en-US" sz="2420">
                <a:solidFill>
                  <a:srgbClr val="FFFFFF"/>
                </a:solidFill>
                <a:latin typeface="Barlow Semi Condensed"/>
                <a:ea typeface="Barlow Semi Condensed"/>
                <a:cs typeface="Barlow Semi Condensed"/>
                <a:sym typeface="Barlow Semi Condensed"/>
              </a:rPr>
              <a:t>DITINGKATKAN</a:t>
            </a:r>
            <a:endParaRPr sz="2350">
              <a:solidFill>
                <a:srgbClr val="000000"/>
              </a:solidFill>
              <a:latin typeface="Calibri"/>
              <a:ea typeface="Calibri"/>
              <a:cs typeface="Calibri"/>
              <a:sym typeface="Calibri"/>
            </a:endParaRPr>
          </a:p>
        </p:txBody>
      </p:sp>
      <p:sp>
        <p:nvSpPr>
          <p:cNvPr id="412" name="Google Shape;412;g3f6b58e047c_0_61"/>
          <p:cNvSpPr/>
          <p:nvPr/>
        </p:nvSpPr>
        <p:spPr>
          <a:xfrm>
            <a:off x="11041683" y="3286751"/>
            <a:ext cx="5752500" cy="1580400"/>
          </a:xfrm>
          <a:prstGeom prst="roundRect">
            <a:avLst>
              <a:gd fmla="val 5600" name="adj"/>
            </a:avLst>
          </a:prstGeom>
          <a:solidFill>
            <a:srgbClr val="0057A8"/>
          </a:solidFill>
          <a:ln cap="flat" cmpd="sng" w="13175">
            <a:solidFill>
              <a:srgbClr val="0057A8"/>
            </a:solidFill>
            <a:prstDash val="solid"/>
            <a:round/>
            <a:headEnd len="sm" w="sm" type="none"/>
            <a:tailEnd len="sm" w="sm" type="none"/>
          </a:ln>
        </p:spPr>
        <p:txBody>
          <a:bodyPr anchorCtr="0" anchor="t" bIns="63175" lIns="126425" spcFirstLastPara="1" rIns="126425" wrap="square" tIns="63175">
            <a:noAutofit/>
          </a:bodyPr>
          <a:lstStyle/>
          <a:p>
            <a:pPr indent="0" lvl="0" marL="0" marR="0" rtl="0" algn="l">
              <a:spcBef>
                <a:spcPts val="0"/>
              </a:spcBef>
              <a:spcAft>
                <a:spcPts val="0"/>
              </a:spcAft>
              <a:buNone/>
            </a:pPr>
            <a:r>
              <a:t/>
            </a:r>
            <a:endParaRPr sz="2489">
              <a:solidFill>
                <a:srgbClr val="000000"/>
              </a:solidFill>
              <a:latin typeface="Calibri"/>
              <a:ea typeface="Calibri"/>
              <a:cs typeface="Calibri"/>
              <a:sym typeface="Calibri"/>
            </a:endParaRPr>
          </a:p>
        </p:txBody>
      </p:sp>
      <p:sp>
        <p:nvSpPr>
          <p:cNvPr id="413" name="Google Shape;413;g3f6b58e047c_0_61"/>
          <p:cNvSpPr/>
          <p:nvPr/>
        </p:nvSpPr>
        <p:spPr>
          <a:xfrm>
            <a:off x="11446248" y="3843027"/>
            <a:ext cx="4993800" cy="63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180"/>
              <a:buFont typeface="Barlow Semi Condensed"/>
              <a:buNone/>
            </a:pPr>
            <a:r>
              <a:rPr b="1" lang="en-US" sz="3180">
                <a:solidFill>
                  <a:srgbClr val="FFFFFF"/>
                </a:solidFill>
                <a:latin typeface="Barlow Semi Condensed"/>
                <a:ea typeface="Barlow Semi Condensed"/>
                <a:cs typeface="Barlow Semi Condensed"/>
                <a:sym typeface="Barlow Semi Condensed"/>
              </a:rPr>
              <a:t>Official Channel</a:t>
            </a:r>
            <a:r>
              <a:rPr b="1" lang="en-US" sz="3180">
                <a:solidFill>
                  <a:srgbClr val="FFFFFF"/>
                </a:solidFill>
                <a:latin typeface="Barlow Semi Condensed"/>
                <a:ea typeface="Barlow Semi Condensed"/>
                <a:cs typeface="Barlow Semi Condensed"/>
                <a:sym typeface="Barlow Semi Condensed"/>
              </a:rPr>
              <a:t> Perusahaan</a:t>
            </a:r>
            <a:endParaRPr sz="3180">
              <a:solidFill>
                <a:srgbClr val="000000"/>
              </a:solidFill>
              <a:latin typeface="Calibri"/>
              <a:ea typeface="Calibri"/>
              <a:cs typeface="Calibri"/>
              <a:sym typeface="Calibri"/>
            </a:endParaRPr>
          </a:p>
        </p:txBody>
      </p:sp>
      <p:sp>
        <p:nvSpPr>
          <p:cNvPr id="414" name="Google Shape;414;g3f6b58e047c_0_61"/>
          <p:cNvSpPr/>
          <p:nvPr/>
        </p:nvSpPr>
        <p:spPr>
          <a:xfrm>
            <a:off x="1521755" y="5360143"/>
            <a:ext cx="4759200" cy="4045800"/>
          </a:xfrm>
          <a:prstGeom prst="roundRect">
            <a:avLst>
              <a:gd fmla="val 2188" name="adj"/>
            </a:avLst>
          </a:prstGeom>
          <a:solidFill>
            <a:srgbClr val="FFFFFF"/>
          </a:solidFill>
          <a:ln cap="flat" cmpd="sng" w="13175">
            <a:solidFill>
              <a:srgbClr val="D7E0E9"/>
            </a:solidFill>
            <a:prstDash val="solid"/>
            <a:round/>
            <a:headEnd len="sm" w="sm" type="none"/>
            <a:tailEnd len="sm" w="sm" type="none"/>
          </a:ln>
          <a:effectLst>
            <a:outerShdw blurRad="140474" rotWithShape="0" algn="bl" dir="5400000" dist="35118">
              <a:srgbClr val="9AA9B8">
                <a:alpha val="25100"/>
              </a:srgbClr>
            </a:outerShdw>
          </a:effectLst>
        </p:spPr>
        <p:txBody>
          <a:bodyPr anchorCtr="0" anchor="t" bIns="63175" lIns="126425" spcFirstLastPara="1" rIns="126425" wrap="square" tIns="63175">
            <a:noAutofit/>
          </a:bodyPr>
          <a:lstStyle/>
          <a:p>
            <a:pPr indent="0" lvl="0" marL="0" marR="0" rtl="0" algn="l">
              <a:spcBef>
                <a:spcPts val="0"/>
              </a:spcBef>
              <a:spcAft>
                <a:spcPts val="0"/>
              </a:spcAft>
              <a:buNone/>
            </a:pPr>
            <a:r>
              <a:t/>
            </a:r>
            <a:endParaRPr sz="2489">
              <a:solidFill>
                <a:srgbClr val="000000"/>
              </a:solidFill>
              <a:latin typeface="Calibri"/>
              <a:ea typeface="Calibri"/>
              <a:cs typeface="Calibri"/>
              <a:sym typeface="Calibri"/>
            </a:endParaRPr>
          </a:p>
        </p:txBody>
      </p:sp>
      <p:sp>
        <p:nvSpPr>
          <p:cNvPr id="415" name="Google Shape;415;g3f6b58e047c_0_61"/>
          <p:cNvSpPr/>
          <p:nvPr/>
        </p:nvSpPr>
        <p:spPr>
          <a:xfrm>
            <a:off x="1976891" y="5729272"/>
            <a:ext cx="1011300" cy="1011300"/>
          </a:xfrm>
          <a:prstGeom prst="ellipse">
            <a:avLst/>
          </a:prstGeom>
          <a:solidFill>
            <a:srgbClr val="FDECEF"/>
          </a:solidFill>
          <a:ln cap="flat" cmpd="sng" w="13175">
            <a:solidFill>
              <a:srgbClr val="FDECEF"/>
            </a:solidFill>
            <a:prstDash val="solid"/>
            <a:round/>
            <a:headEnd len="sm" w="sm" type="none"/>
            <a:tailEnd len="sm" w="sm" type="none"/>
          </a:ln>
        </p:spPr>
        <p:txBody>
          <a:bodyPr anchorCtr="0" anchor="t" bIns="63175" lIns="126425" spcFirstLastPara="1" rIns="126425" wrap="square" tIns="63175">
            <a:noAutofit/>
          </a:bodyPr>
          <a:lstStyle/>
          <a:p>
            <a:pPr indent="0" lvl="0" marL="0" marR="0" rtl="0" algn="l">
              <a:spcBef>
                <a:spcPts val="0"/>
              </a:spcBef>
              <a:spcAft>
                <a:spcPts val="0"/>
              </a:spcAft>
              <a:buNone/>
            </a:pPr>
            <a:r>
              <a:t/>
            </a:r>
            <a:endParaRPr sz="2489">
              <a:solidFill>
                <a:srgbClr val="000000"/>
              </a:solidFill>
              <a:latin typeface="Calibri"/>
              <a:ea typeface="Calibri"/>
              <a:cs typeface="Calibri"/>
              <a:sym typeface="Calibri"/>
            </a:endParaRPr>
          </a:p>
        </p:txBody>
      </p:sp>
      <p:pic>
        <p:nvPicPr>
          <p:cNvPr descr="preencoded.png" id="416" name="Google Shape;416;g3f6b58e047c_0_61"/>
          <p:cNvPicPr preferRelativeResize="0"/>
          <p:nvPr/>
        </p:nvPicPr>
        <p:blipFill rotWithShape="1">
          <a:blip r:embed="rId4">
            <a:alphaModFix/>
          </a:blip>
          <a:srcRect b="0" l="0" r="0" t="0"/>
          <a:stretch/>
        </p:blipFill>
        <p:spPr>
          <a:xfrm>
            <a:off x="2255029" y="6007410"/>
            <a:ext cx="455134" cy="455134"/>
          </a:xfrm>
          <a:prstGeom prst="rect">
            <a:avLst/>
          </a:prstGeom>
          <a:noFill/>
          <a:ln>
            <a:noFill/>
          </a:ln>
        </p:spPr>
      </p:pic>
      <p:sp>
        <p:nvSpPr>
          <p:cNvPr id="417" name="Google Shape;417;g3f6b58e047c_0_61"/>
          <p:cNvSpPr/>
          <p:nvPr/>
        </p:nvSpPr>
        <p:spPr>
          <a:xfrm>
            <a:off x="1976874" y="6750696"/>
            <a:ext cx="3848700" cy="555900"/>
          </a:xfrm>
          <a:prstGeom prst="rect">
            <a:avLst/>
          </a:prstGeom>
          <a:noFill/>
          <a:ln>
            <a:noFill/>
          </a:ln>
        </p:spPr>
        <p:txBody>
          <a:bodyPr anchorCtr="0" anchor="b" bIns="0" lIns="0" spcFirstLastPara="1" rIns="0" wrap="square" tIns="0">
            <a:noAutofit/>
          </a:bodyPr>
          <a:lstStyle/>
          <a:p>
            <a:pPr indent="0" lvl="0" marL="0" marR="0" rtl="0" algn="l">
              <a:lnSpc>
                <a:spcPct val="95000"/>
              </a:lnSpc>
              <a:spcBef>
                <a:spcPts val="0"/>
              </a:spcBef>
              <a:spcAft>
                <a:spcPts val="0"/>
              </a:spcAft>
              <a:buClr>
                <a:srgbClr val="0A2A5E"/>
              </a:buClr>
              <a:buSzPts val="3180"/>
              <a:buFont typeface="Barlow Semi Condensed"/>
              <a:buNone/>
            </a:pPr>
            <a:r>
              <a:rPr b="1" lang="en-US" sz="3180">
                <a:solidFill>
                  <a:srgbClr val="0A2A5E"/>
                </a:solidFill>
                <a:latin typeface="Barlow Semi Condensed"/>
                <a:ea typeface="Barlow Semi Condensed"/>
                <a:cs typeface="Barlow Semi Condensed"/>
                <a:sym typeface="Barlow Semi Condensed"/>
              </a:rPr>
              <a:t>Direct Notify</a:t>
            </a:r>
            <a:endParaRPr sz="3180">
              <a:solidFill>
                <a:srgbClr val="000000"/>
              </a:solidFill>
              <a:latin typeface="Calibri"/>
              <a:ea typeface="Calibri"/>
              <a:cs typeface="Calibri"/>
              <a:sym typeface="Calibri"/>
            </a:endParaRPr>
          </a:p>
        </p:txBody>
      </p:sp>
      <p:sp>
        <p:nvSpPr>
          <p:cNvPr id="418" name="Google Shape;418;g3f6b58e047c_0_61"/>
          <p:cNvSpPr/>
          <p:nvPr/>
        </p:nvSpPr>
        <p:spPr>
          <a:xfrm>
            <a:off x="1981350" y="7518856"/>
            <a:ext cx="3848700" cy="1264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733"/>
              </a:buClr>
              <a:buSzPts val="1659"/>
              <a:buFont typeface="IBM Plex Sans"/>
              <a:buNone/>
            </a:pPr>
            <a:r>
              <a:rPr lang="en-US" sz="1797">
                <a:solidFill>
                  <a:srgbClr val="1B2733"/>
                </a:solidFill>
                <a:latin typeface="IBM Plex Sans"/>
                <a:ea typeface="IBM Plex Sans"/>
                <a:cs typeface="IBM Plex Sans"/>
                <a:sym typeface="IBM Plex Sans"/>
              </a:rPr>
              <a:t>Setiap pelanggaran yang terdeteksi langsung dikirim ke saluran resmi tim HSSE, lengkap dengan waktu, lokasi, dan bukti gambarnya.</a:t>
            </a:r>
            <a:endParaRPr sz="1590">
              <a:solidFill>
                <a:srgbClr val="000000"/>
              </a:solidFill>
              <a:latin typeface="IBM Plex Sans"/>
              <a:ea typeface="IBM Plex Sans"/>
              <a:cs typeface="IBM Plex Sans"/>
              <a:sym typeface="IBM Plex Sans"/>
            </a:endParaRPr>
          </a:p>
        </p:txBody>
      </p:sp>
      <p:sp>
        <p:nvSpPr>
          <p:cNvPr id="419" name="Google Shape;419;g3f6b58e047c_0_61"/>
          <p:cNvSpPr/>
          <p:nvPr/>
        </p:nvSpPr>
        <p:spPr>
          <a:xfrm>
            <a:off x="6786582" y="5360143"/>
            <a:ext cx="4759200" cy="4045800"/>
          </a:xfrm>
          <a:prstGeom prst="roundRect">
            <a:avLst>
              <a:gd fmla="val 2188" name="adj"/>
            </a:avLst>
          </a:prstGeom>
          <a:solidFill>
            <a:srgbClr val="FFFFFF"/>
          </a:solidFill>
          <a:ln cap="flat" cmpd="sng" w="13175">
            <a:solidFill>
              <a:srgbClr val="D7E0E9"/>
            </a:solidFill>
            <a:prstDash val="solid"/>
            <a:round/>
            <a:headEnd len="sm" w="sm" type="none"/>
            <a:tailEnd len="sm" w="sm" type="none"/>
          </a:ln>
          <a:effectLst>
            <a:outerShdw blurRad="140474" rotWithShape="0" algn="bl" dir="5400000" dist="35118">
              <a:srgbClr val="9AA9B8">
                <a:alpha val="25100"/>
              </a:srgbClr>
            </a:outerShdw>
          </a:effectLst>
        </p:spPr>
        <p:txBody>
          <a:bodyPr anchorCtr="0" anchor="t" bIns="63175" lIns="126425" spcFirstLastPara="1" rIns="126425" wrap="square" tIns="63175">
            <a:noAutofit/>
          </a:bodyPr>
          <a:lstStyle/>
          <a:p>
            <a:pPr indent="0" lvl="0" marL="0" marR="0" rtl="0" algn="l">
              <a:spcBef>
                <a:spcPts val="0"/>
              </a:spcBef>
              <a:spcAft>
                <a:spcPts val="0"/>
              </a:spcAft>
              <a:buNone/>
            </a:pPr>
            <a:r>
              <a:t/>
            </a:r>
            <a:endParaRPr sz="2489">
              <a:solidFill>
                <a:srgbClr val="000000"/>
              </a:solidFill>
              <a:latin typeface="Calibri"/>
              <a:ea typeface="Calibri"/>
              <a:cs typeface="Calibri"/>
              <a:sym typeface="Calibri"/>
            </a:endParaRPr>
          </a:p>
        </p:txBody>
      </p:sp>
      <p:sp>
        <p:nvSpPr>
          <p:cNvPr id="420" name="Google Shape;420;g3f6b58e047c_0_61"/>
          <p:cNvSpPr/>
          <p:nvPr/>
        </p:nvSpPr>
        <p:spPr>
          <a:xfrm>
            <a:off x="7241718" y="5729272"/>
            <a:ext cx="1011300" cy="1011300"/>
          </a:xfrm>
          <a:prstGeom prst="ellipse">
            <a:avLst/>
          </a:prstGeom>
          <a:solidFill>
            <a:srgbClr val="E7F0F9"/>
          </a:solidFill>
          <a:ln cap="flat" cmpd="sng" w="13175">
            <a:solidFill>
              <a:srgbClr val="E7F0F9"/>
            </a:solidFill>
            <a:prstDash val="solid"/>
            <a:round/>
            <a:headEnd len="sm" w="sm" type="none"/>
            <a:tailEnd len="sm" w="sm" type="none"/>
          </a:ln>
        </p:spPr>
        <p:txBody>
          <a:bodyPr anchorCtr="0" anchor="t" bIns="63175" lIns="126425" spcFirstLastPara="1" rIns="126425" wrap="square" tIns="63175">
            <a:noAutofit/>
          </a:bodyPr>
          <a:lstStyle/>
          <a:p>
            <a:pPr indent="0" lvl="0" marL="0" marR="0" rtl="0" algn="l">
              <a:spcBef>
                <a:spcPts val="0"/>
              </a:spcBef>
              <a:spcAft>
                <a:spcPts val="0"/>
              </a:spcAft>
              <a:buNone/>
            </a:pPr>
            <a:r>
              <a:t/>
            </a:r>
            <a:endParaRPr sz="2489">
              <a:solidFill>
                <a:srgbClr val="000000"/>
              </a:solidFill>
              <a:latin typeface="Calibri"/>
              <a:ea typeface="Calibri"/>
              <a:cs typeface="Calibri"/>
              <a:sym typeface="Calibri"/>
            </a:endParaRPr>
          </a:p>
        </p:txBody>
      </p:sp>
      <p:pic>
        <p:nvPicPr>
          <p:cNvPr descr="preencoded.png" id="421" name="Google Shape;421;g3f6b58e047c_0_61"/>
          <p:cNvPicPr preferRelativeResize="0"/>
          <p:nvPr/>
        </p:nvPicPr>
        <p:blipFill rotWithShape="1">
          <a:blip r:embed="rId5">
            <a:alphaModFix/>
          </a:blip>
          <a:srcRect b="0" l="0" r="0" t="0"/>
          <a:stretch/>
        </p:blipFill>
        <p:spPr>
          <a:xfrm>
            <a:off x="7519857" y="6007410"/>
            <a:ext cx="455134" cy="455134"/>
          </a:xfrm>
          <a:prstGeom prst="rect">
            <a:avLst/>
          </a:prstGeom>
          <a:noFill/>
          <a:ln>
            <a:noFill/>
          </a:ln>
        </p:spPr>
      </p:pic>
      <p:sp>
        <p:nvSpPr>
          <p:cNvPr id="422" name="Google Shape;422;g3f6b58e047c_0_61"/>
          <p:cNvSpPr/>
          <p:nvPr/>
        </p:nvSpPr>
        <p:spPr>
          <a:xfrm>
            <a:off x="7241718" y="6892395"/>
            <a:ext cx="3848700" cy="859800"/>
          </a:xfrm>
          <a:prstGeom prst="rect">
            <a:avLst/>
          </a:prstGeom>
          <a:noFill/>
          <a:ln>
            <a:noFill/>
          </a:ln>
        </p:spPr>
        <p:txBody>
          <a:bodyPr anchorCtr="0" anchor="b" bIns="0" lIns="0" spcFirstLastPara="1" rIns="0" wrap="square" tIns="0">
            <a:noAutofit/>
          </a:bodyPr>
          <a:lstStyle/>
          <a:p>
            <a:pPr indent="0" lvl="0" marL="0" marR="0" rtl="0" algn="l">
              <a:lnSpc>
                <a:spcPct val="95000"/>
              </a:lnSpc>
              <a:spcBef>
                <a:spcPts val="0"/>
              </a:spcBef>
              <a:spcAft>
                <a:spcPts val="0"/>
              </a:spcAft>
              <a:buClr>
                <a:srgbClr val="0A2A5E"/>
              </a:buClr>
              <a:buSzPts val="3180"/>
              <a:buFont typeface="Barlow Semi Condensed"/>
              <a:buNone/>
            </a:pPr>
            <a:r>
              <a:rPr b="1" lang="en-US" sz="3180">
                <a:solidFill>
                  <a:srgbClr val="0A2A5E"/>
                </a:solidFill>
                <a:latin typeface="Barlow Semi Condensed"/>
                <a:ea typeface="Barlow Semi Condensed"/>
                <a:cs typeface="Barlow Semi Condensed"/>
                <a:sym typeface="Barlow Semi Condensed"/>
              </a:rPr>
              <a:t>Executive Dashboard</a:t>
            </a:r>
            <a:endParaRPr b="1" sz="3180">
              <a:solidFill>
                <a:srgbClr val="0A2A5E"/>
              </a:solidFill>
              <a:latin typeface="Barlow Semi Condensed"/>
              <a:ea typeface="Barlow Semi Condensed"/>
              <a:cs typeface="Barlow Semi Condensed"/>
              <a:sym typeface="Barlow Semi Condensed"/>
            </a:endParaRPr>
          </a:p>
          <a:p>
            <a:pPr indent="0" lvl="0" marL="0" marR="0" rtl="0" algn="l">
              <a:lnSpc>
                <a:spcPct val="95000"/>
              </a:lnSpc>
              <a:spcBef>
                <a:spcPts val="0"/>
              </a:spcBef>
              <a:spcAft>
                <a:spcPts val="0"/>
              </a:spcAft>
              <a:buClr>
                <a:srgbClr val="0A2A5E"/>
              </a:buClr>
              <a:buSzPts val="3180"/>
              <a:buFont typeface="Barlow Semi Condensed"/>
              <a:buNone/>
            </a:pPr>
            <a:r>
              <a:t/>
            </a:r>
            <a:endParaRPr b="1" sz="3180">
              <a:solidFill>
                <a:srgbClr val="0A2A5E"/>
              </a:solidFill>
              <a:latin typeface="Barlow Semi Condensed"/>
              <a:ea typeface="Barlow Semi Condensed"/>
              <a:cs typeface="Barlow Semi Condensed"/>
              <a:sym typeface="Barlow Semi Condensed"/>
            </a:endParaRPr>
          </a:p>
        </p:txBody>
      </p:sp>
      <p:sp>
        <p:nvSpPr>
          <p:cNvPr id="423" name="Google Shape;423;g3f6b58e047c_0_61"/>
          <p:cNvSpPr/>
          <p:nvPr/>
        </p:nvSpPr>
        <p:spPr>
          <a:xfrm>
            <a:off x="7246177" y="7518856"/>
            <a:ext cx="3848700" cy="1264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733"/>
              </a:buClr>
              <a:buSzPts val="1659"/>
              <a:buFont typeface="IBM Plex Sans"/>
              <a:buNone/>
            </a:pPr>
            <a:r>
              <a:rPr lang="en-US" sz="1797">
                <a:solidFill>
                  <a:srgbClr val="1B2733"/>
                </a:solidFill>
                <a:latin typeface="IBM Plex Sans"/>
                <a:ea typeface="IBM Plex Sans"/>
                <a:cs typeface="IBM Plex Sans"/>
                <a:sym typeface="IBM Plex Sans"/>
              </a:rPr>
              <a:t>Tren pelanggaran mingguan, area dengan pelanggaran terbanyak, tingkat kepatuhan per area, serta status pencapaian target HSSE.</a:t>
            </a:r>
            <a:endParaRPr sz="1590">
              <a:solidFill>
                <a:srgbClr val="000000"/>
              </a:solidFill>
              <a:latin typeface="IBM Plex Sans"/>
              <a:ea typeface="IBM Plex Sans"/>
              <a:cs typeface="IBM Plex Sans"/>
              <a:sym typeface="IBM Plex Sans"/>
            </a:endParaRPr>
          </a:p>
        </p:txBody>
      </p:sp>
      <p:sp>
        <p:nvSpPr>
          <p:cNvPr id="424" name="Google Shape;424;g3f6b58e047c_0_61"/>
          <p:cNvSpPr/>
          <p:nvPr/>
        </p:nvSpPr>
        <p:spPr>
          <a:xfrm>
            <a:off x="12051411" y="5360143"/>
            <a:ext cx="4759200" cy="4045800"/>
          </a:xfrm>
          <a:prstGeom prst="roundRect">
            <a:avLst>
              <a:gd fmla="val 2188" name="adj"/>
            </a:avLst>
          </a:prstGeom>
          <a:solidFill>
            <a:srgbClr val="FFFFFF"/>
          </a:solidFill>
          <a:ln cap="flat" cmpd="sng" w="13175">
            <a:solidFill>
              <a:srgbClr val="D7E0E9"/>
            </a:solidFill>
            <a:prstDash val="solid"/>
            <a:round/>
            <a:headEnd len="sm" w="sm" type="none"/>
            <a:tailEnd len="sm" w="sm" type="none"/>
          </a:ln>
          <a:effectLst>
            <a:outerShdw blurRad="140474" rotWithShape="0" algn="bl" dir="5400000" dist="35118">
              <a:srgbClr val="9AA9B8">
                <a:alpha val="25100"/>
              </a:srgbClr>
            </a:outerShdw>
          </a:effectLst>
        </p:spPr>
        <p:txBody>
          <a:bodyPr anchorCtr="0" anchor="t" bIns="63175" lIns="126425" spcFirstLastPara="1" rIns="126425" wrap="square" tIns="63175">
            <a:noAutofit/>
          </a:bodyPr>
          <a:lstStyle/>
          <a:p>
            <a:pPr indent="0" lvl="0" marL="0" marR="0" rtl="0" algn="l">
              <a:spcBef>
                <a:spcPts val="0"/>
              </a:spcBef>
              <a:spcAft>
                <a:spcPts val="0"/>
              </a:spcAft>
              <a:buNone/>
            </a:pPr>
            <a:r>
              <a:t/>
            </a:r>
            <a:endParaRPr sz="2489">
              <a:solidFill>
                <a:srgbClr val="000000"/>
              </a:solidFill>
              <a:latin typeface="Calibri"/>
              <a:ea typeface="Calibri"/>
              <a:cs typeface="Calibri"/>
              <a:sym typeface="Calibri"/>
            </a:endParaRPr>
          </a:p>
        </p:txBody>
      </p:sp>
      <p:sp>
        <p:nvSpPr>
          <p:cNvPr id="425" name="Google Shape;425;g3f6b58e047c_0_61"/>
          <p:cNvSpPr/>
          <p:nvPr/>
        </p:nvSpPr>
        <p:spPr>
          <a:xfrm>
            <a:off x="12506547" y="5729272"/>
            <a:ext cx="1011300" cy="1011300"/>
          </a:xfrm>
          <a:prstGeom prst="ellipse">
            <a:avLst/>
          </a:prstGeom>
          <a:solidFill>
            <a:srgbClr val="E4EAF3"/>
          </a:solidFill>
          <a:ln cap="flat" cmpd="sng" w="13175">
            <a:solidFill>
              <a:srgbClr val="E4EAF3"/>
            </a:solidFill>
            <a:prstDash val="solid"/>
            <a:round/>
            <a:headEnd len="sm" w="sm" type="none"/>
            <a:tailEnd len="sm" w="sm" type="none"/>
          </a:ln>
        </p:spPr>
        <p:txBody>
          <a:bodyPr anchorCtr="0" anchor="t" bIns="63175" lIns="126425" spcFirstLastPara="1" rIns="126425" wrap="square" tIns="63175">
            <a:noAutofit/>
          </a:bodyPr>
          <a:lstStyle/>
          <a:p>
            <a:pPr indent="0" lvl="0" marL="0" marR="0" rtl="0" algn="l">
              <a:spcBef>
                <a:spcPts val="0"/>
              </a:spcBef>
              <a:spcAft>
                <a:spcPts val="0"/>
              </a:spcAft>
              <a:buNone/>
            </a:pPr>
            <a:r>
              <a:t/>
            </a:r>
            <a:endParaRPr sz="2489">
              <a:solidFill>
                <a:srgbClr val="000000"/>
              </a:solidFill>
              <a:latin typeface="Calibri"/>
              <a:ea typeface="Calibri"/>
              <a:cs typeface="Calibri"/>
              <a:sym typeface="Calibri"/>
            </a:endParaRPr>
          </a:p>
        </p:txBody>
      </p:sp>
      <p:pic>
        <p:nvPicPr>
          <p:cNvPr descr="preencoded.png" id="426" name="Google Shape;426;g3f6b58e047c_0_61"/>
          <p:cNvPicPr preferRelativeResize="0"/>
          <p:nvPr/>
        </p:nvPicPr>
        <p:blipFill rotWithShape="1">
          <a:blip r:embed="rId6">
            <a:alphaModFix/>
          </a:blip>
          <a:srcRect b="0" l="0" r="0" t="0"/>
          <a:stretch/>
        </p:blipFill>
        <p:spPr>
          <a:xfrm>
            <a:off x="12784686" y="6007410"/>
            <a:ext cx="455134" cy="455134"/>
          </a:xfrm>
          <a:prstGeom prst="rect">
            <a:avLst/>
          </a:prstGeom>
          <a:noFill/>
          <a:ln>
            <a:noFill/>
          </a:ln>
        </p:spPr>
      </p:pic>
      <p:sp>
        <p:nvSpPr>
          <p:cNvPr id="427" name="Google Shape;427;g3f6b58e047c_0_61"/>
          <p:cNvSpPr/>
          <p:nvPr/>
        </p:nvSpPr>
        <p:spPr>
          <a:xfrm>
            <a:off x="12506554" y="6826499"/>
            <a:ext cx="3848700" cy="480300"/>
          </a:xfrm>
          <a:prstGeom prst="rect">
            <a:avLst/>
          </a:prstGeom>
          <a:noFill/>
          <a:ln>
            <a:noFill/>
          </a:ln>
        </p:spPr>
        <p:txBody>
          <a:bodyPr anchorCtr="0" anchor="b" bIns="0" lIns="0" spcFirstLastPara="1" rIns="0" wrap="square" tIns="0">
            <a:noAutofit/>
          </a:bodyPr>
          <a:lstStyle/>
          <a:p>
            <a:pPr indent="0" lvl="0" marL="0" marR="0" rtl="0" algn="l">
              <a:lnSpc>
                <a:spcPct val="95000"/>
              </a:lnSpc>
              <a:spcBef>
                <a:spcPts val="0"/>
              </a:spcBef>
              <a:spcAft>
                <a:spcPts val="0"/>
              </a:spcAft>
              <a:buClr>
                <a:srgbClr val="0A2A5E"/>
              </a:buClr>
              <a:buSzPts val="3180"/>
              <a:buFont typeface="Barlow Semi Condensed"/>
              <a:buNone/>
            </a:pPr>
            <a:r>
              <a:rPr b="1" lang="en-US" sz="3180">
                <a:solidFill>
                  <a:srgbClr val="0A2A5E"/>
                </a:solidFill>
                <a:latin typeface="Barlow Semi Condensed"/>
                <a:ea typeface="Barlow Semi Condensed"/>
                <a:cs typeface="Barlow Semi Condensed"/>
                <a:sym typeface="Barlow Semi Condensed"/>
              </a:rPr>
              <a:t>Recurring Report</a:t>
            </a:r>
            <a:endParaRPr sz="3180">
              <a:solidFill>
                <a:srgbClr val="000000"/>
              </a:solidFill>
              <a:latin typeface="Calibri"/>
              <a:ea typeface="Calibri"/>
              <a:cs typeface="Calibri"/>
              <a:sym typeface="Calibri"/>
            </a:endParaRPr>
          </a:p>
        </p:txBody>
      </p:sp>
      <p:sp>
        <p:nvSpPr>
          <p:cNvPr id="428" name="Google Shape;428;g3f6b58e047c_0_61"/>
          <p:cNvSpPr/>
          <p:nvPr/>
        </p:nvSpPr>
        <p:spPr>
          <a:xfrm>
            <a:off x="12511006" y="7518856"/>
            <a:ext cx="3848700" cy="1264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733"/>
              </a:buClr>
              <a:buSzPts val="1659"/>
              <a:buFont typeface="IBM Plex Sans"/>
              <a:buNone/>
            </a:pPr>
            <a:r>
              <a:rPr lang="en-US" sz="1797">
                <a:solidFill>
                  <a:srgbClr val="1B2733"/>
                </a:solidFill>
                <a:latin typeface="IBM Plex Sans"/>
                <a:ea typeface="IBM Plex Sans"/>
                <a:cs typeface="IBM Plex Sans"/>
                <a:sym typeface="IBM Plex Sans"/>
              </a:rPr>
              <a:t>Laporan dibuat dan dikirim otomatis melalui email resmi kepada HSE Officer dan manajemen, tanpa perlu disusun manual.</a:t>
            </a:r>
            <a:endParaRPr sz="1590">
              <a:solidFill>
                <a:srgbClr val="000000"/>
              </a:solidFill>
              <a:latin typeface="IBM Plex Sans"/>
              <a:ea typeface="IBM Plex Sans"/>
              <a:cs typeface="IBM Plex Sans"/>
              <a:sym typeface="IBM Plex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433" name="Shape 433"/>
        <p:cNvGrpSpPr/>
        <p:nvPr/>
      </p:nvGrpSpPr>
      <p:grpSpPr>
        <a:xfrm>
          <a:off x="0" y="0"/>
          <a:ext cx="0" cy="0"/>
          <a:chOff x="0" y="0"/>
          <a:chExt cx="0" cy="0"/>
        </a:xfrm>
      </p:grpSpPr>
      <p:sp>
        <p:nvSpPr>
          <p:cNvPr id="434" name="Google Shape;434;g3f764eeacaa_0_0"/>
          <p:cNvSpPr/>
          <p:nvPr/>
        </p:nvSpPr>
        <p:spPr>
          <a:xfrm>
            <a:off x="990600" y="1993344"/>
            <a:ext cx="16306800" cy="22800"/>
          </a:xfrm>
          <a:prstGeom prst="rect">
            <a:avLst/>
          </a:prstGeom>
          <a:solidFill>
            <a:srgbClr val="F265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g3f764eeacaa_0_0"/>
          <p:cNvSpPr/>
          <p:nvPr/>
        </p:nvSpPr>
        <p:spPr>
          <a:xfrm>
            <a:off x="990600" y="762000"/>
            <a:ext cx="8422800" cy="312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26522"/>
              </a:buClr>
              <a:buSzPts val="1800"/>
              <a:buFont typeface="Barlow Semi Condensed"/>
              <a:buNone/>
            </a:pPr>
            <a:r>
              <a:rPr b="1" lang="en-US" sz="1800">
                <a:solidFill>
                  <a:srgbClr val="F26522"/>
                </a:solidFill>
                <a:latin typeface="Barlow Semi Condensed"/>
                <a:ea typeface="Barlow Semi Condensed"/>
                <a:cs typeface="Barlow Semi Condensed"/>
                <a:sym typeface="Barlow Semi Condensed"/>
              </a:rPr>
              <a:t>Sisindokom Team</a:t>
            </a:r>
            <a:endParaRPr b="0" i="0" sz="1800" u="none" cap="none" strike="noStrike">
              <a:solidFill>
                <a:schemeClr val="dk1"/>
              </a:solidFill>
              <a:latin typeface="Calibri"/>
              <a:ea typeface="Calibri"/>
              <a:cs typeface="Calibri"/>
              <a:sym typeface="Calibri"/>
            </a:endParaRPr>
          </a:p>
        </p:txBody>
      </p:sp>
      <p:sp>
        <p:nvSpPr>
          <p:cNvPr id="436" name="Google Shape;436;g3f764eeacaa_0_0"/>
          <p:cNvSpPr/>
          <p:nvPr/>
        </p:nvSpPr>
        <p:spPr>
          <a:xfrm>
            <a:off x="990600" y="1169675"/>
            <a:ext cx="8484900" cy="652200"/>
          </a:xfrm>
          <a:prstGeom prst="rect">
            <a:avLst/>
          </a:prstGeom>
          <a:noFill/>
          <a:ln>
            <a:noFill/>
          </a:ln>
        </p:spPr>
        <p:txBody>
          <a:bodyPr anchorCtr="0" anchor="t" bIns="25400" lIns="25400" spcFirstLastPara="1" rIns="25400" wrap="square" tIns="25400">
            <a:noAutofit/>
          </a:bodyPr>
          <a:lstStyle/>
          <a:p>
            <a:pPr indent="0" lvl="0" marL="0" marR="0" rtl="0" algn="l">
              <a:lnSpc>
                <a:spcPct val="104000"/>
              </a:lnSpc>
              <a:spcBef>
                <a:spcPts val="0"/>
              </a:spcBef>
              <a:spcAft>
                <a:spcPts val="0"/>
              </a:spcAft>
              <a:buClr>
                <a:srgbClr val="2D2D2D"/>
              </a:buClr>
              <a:buSzPts val="4650"/>
              <a:buFont typeface="Barlow Semi Condensed"/>
              <a:buNone/>
            </a:pPr>
            <a:r>
              <a:rPr lang="en-US" sz="4200">
                <a:solidFill>
                  <a:schemeClr val="dk1"/>
                </a:solidFill>
                <a:latin typeface="Barlow Semi Condensed SemiBold"/>
                <a:ea typeface="Barlow Semi Condensed SemiBold"/>
                <a:cs typeface="Barlow Semi Condensed SemiBold"/>
                <a:sym typeface="Barlow Semi Condensed SemiBold"/>
              </a:rPr>
              <a:t>Metric</a:t>
            </a:r>
            <a:endParaRPr i="0" sz="4200" u="none" cap="none" strike="noStrike">
              <a:solidFill>
                <a:schemeClr val="dk1"/>
              </a:solidFill>
              <a:latin typeface="Barlow Semi Condensed SemiBold"/>
              <a:ea typeface="Barlow Semi Condensed SemiBold"/>
              <a:cs typeface="Barlow Semi Condensed SemiBold"/>
              <a:sym typeface="Barlow Semi Condensed SemiBold"/>
            </a:endParaRPr>
          </a:p>
        </p:txBody>
      </p:sp>
      <p:sp>
        <p:nvSpPr>
          <p:cNvPr id="437" name="Google Shape;437;g3f764eeacaa_0_0"/>
          <p:cNvSpPr/>
          <p:nvPr/>
        </p:nvSpPr>
        <p:spPr>
          <a:xfrm>
            <a:off x="990600" y="9669780"/>
            <a:ext cx="5308500" cy="96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g3f764eeacaa_0_0"/>
          <p:cNvSpPr/>
          <p:nvPr/>
        </p:nvSpPr>
        <p:spPr>
          <a:xfrm>
            <a:off x="6489621" y="9669780"/>
            <a:ext cx="5308500" cy="96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g3f764eeacaa_0_0"/>
          <p:cNvSpPr/>
          <p:nvPr/>
        </p:nvSpPr>
        <p:spPr>
          <a:xfrm>
            <a:off x="11988760" y="9669780"/>
            <a:ext cx="5308500" cy="96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40" name="Google Shape;440;g3f764eeacaa_0_0"/>
          <p:cNvPicPr preferRelativeResize="0"/>
          <p:nvPr/>
        </p:nvPicPr>
        <p:blipFill rotWithShape="1">
          <a:blip r:embed="rId3">
            <a:alphaModFix/>
          </a:blip>
          <a:srcRect b="36060" l="0" r="0" t="31392"/>
          <a:stretch/>
        </p:blipFill>
        <p:spPr>
          <a:xfrm>
            <a:off x="15369710" y="762000"/>
            <a:ext cx="2003891" cy="652225"/>
          </a:xfrm>
          <a:prstGeom prst="rect">
            <a:avLst/>
          </a:prstGeom>
          <a:noFill/>
          <a:ln>
            <a:noFill/>
          </a:ln>
        </p:spPr>
      </p:pic>
      <p:sp>
        <p:nvSpPr>
          <p:cNvPr id="441" name="Google Shape;441;g3f764eeacaa_0_0"/>
          <p:cNvSpPr/>
          <p:nvPr/>
        </p:nvSpPr>
        <p:spPr>
          <a:xfrm>
            <a:off x="16273224" y="9627870"/>
            <a:ext cx="1100400" cy="335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AAAAAA"/>
              </a:buClr>
              <a:buSzPts val="1800"/>
              <a:buFont typeface="IBM Plex Mono"/>
              <a:buNone/>
            </a:pPr>
            <a:r>
              <a:rPr b="0" i="0" lang="en-US" sz="1800" u="none" cap="none" strike="noStrike">
                <a:solidFill>
                  <a:srgbClr val="AAAAAA"/>
                </a:solidFill>
                <a:latin typeface="IBM Plex Mono"/>
                <a:ea typeface="IBM Plex Mono"/>
                <a:cs typeface="IBM Plex Mono"/>
                <a:sym typeface="IBM Plex Mono"/>
              </a:rPr>
              <a:t>07 / 19</a:t>
            </a:r>
            <a:endParaRPr b="0" i="0" sz="1800" u="none" cap="none" strike="noStrike">
              <a:solidFill>
                <a:schemeClr val="dk1"/>
              </a:solidFill>
              <a:latin typeface="Calibri"/>
              <a:ea typeface="Calibri"/>
              <a:cs typeface="Calibri"/>
              <a:sym typeface="Calibri"/>
            </a:endParaRPr>
          </a:p>
        </p:txBody>
      </p:sp>
      <p:pic>
        <p:nvPicPr>
          <p:cNvPr id="442" name="Google Shape;442;g3f764eeacaa_0_0"/>
          <p:cNvPicPr preferRelativeResize="0"/>
          <p:nvPr/>
        </p:nvPicPr>
        <p:blipFill>
          <a:blip r:embed="rId4">
            <a:alphaModFix/>
          </a:blip>
          <a:stretch>
            <a:fillRect/>
          </a:stretch>
        </p:blipFill>
        <p:spPr>
          <a:xfrm>
            <a:off x="1555388" y="2218726"/>
            <a:ext cx="15177300" cy="7248600"/>
          </a:xfrm>
          <a:prstGeom prst="roundRect">
            <a:avLst>
              <a:gd fmla="val 5914" name="adj"/>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447" name="Shape 447"/>
        <p:cNvGrpSpPr/>
        <p:nvPr/>
      </p:nvGrpSpPr>
      <p:grpSpPr>
        <a:xfrm>
          <a:off x="0" y="0"/>
          <a:ext cx="0" cy="0"/>
          <a:chOff x="0" y="0"/>
          <a:chExt cx="0" cy="0"/>
        </a:xfrm>
      </p:grpSpPr>
      <p:sp>
        <p:nvSpPr>
          <p:cNvPr id="448" name="Google Shape;448;g3f6b58e047c_0_119"/>
          <p:cNvSpPr/>
          <p:nvPr/>
        </p:nvSpPr>
        <p:spPr>
          <a:xfrm>
            <a:off x="990600" y="1776983"/>
            <a:ext cx="16306800" cy="22800"/>
          </a:xfrm>
          <a:prstGeom prst="rect">
            <a:avLst/>
          </a:prstGeom>
          <a:solidFill>
            <a:srgbClr val="F265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g3f6b58e047c_0_119"/>
          <p:cNvSpPr/>
          <p:nvPr/>
        </p:nvSpPr>
        <p:spPr>
          <a:xfrm>
            <a:off x="990600" y="762000"/>
            <a:ext cx="8422800" cy="312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26522"/>
              </a:buClr>
              <a:buSzPts val="1800"/>
              <a:buFont typeface="Barlow Semi Condensed"/>
              <a:buNone/>
            </a:pPr>
            <a:r>
              <a:rPr b="1" lang="en-US" sz="1800">
                <a:solidFill>
                  <a:srgbClr val="F26522"/>
                </a:solidFill>
                <a:latin typeface="Barlow Semi Condensed"/>
                <a:ea typeface="Barlow Semi Condensed"/>
                <a:cs typeface="Barlow Semi Condensed"/>
                <a:sym typeface="Barlow Semi Condensed"/>
              </a:rPr>
              <a:t>Sisindokom Team</a:t>
            </a:r>
            <a:endParaRPr b="0" i="0" sz="1800" u="none" cap="none" strike="noStrike">
              <a:solidFill>
                <a:schemeClr val="dk1"/>
              </a:solidFill>
              <a:latin typeface="Calibri"/>
              <a:ea typeface="Calibri"/>
              <a:cs typeface="Calibri"/>
              <a:sym typeface="Calibri"/>
            </a:endParaRPr>
          </a:p>
        </p:txBody>
      </p:sp>
      <p:sp>
        <p:nvSpPr>
          <p:cNvPr id="450" name="Google Shape;450;g3f6b58e047c_0_119"/>
          <p:cNvSpPr/>
          <p:nvPr/>
        </p:nvSpPr>
        <p:spPr>
          <a:xfrm>
            <a:off x="990600" y="1169675"/>
            <a:ext cx="8484900" cy="652200"/>
          </a:xfrm>
          <a:prstGeom prst="rect">
            <a:avLst/>
          </a:prstGeom>
          <a:noFill/>
          <a:ln>
            <a:noFill/>
          </a:ln>
        </p:spPr>
        <p:txBody>
          <a:bodyPr anchorCtr="0" anchor="t" bIns="25400" lIns="25400" spcFirstLastPara="1" rIns="25400" wrap="square" tIns="25400">
            <a:noAutofit/>
          </a:bodyPr>
          <a:lstStyle/>
          <a:p>
            <a:pPr indent="0" lvl="0" marL="0" marR="0" rtl="0" algn="l">
              <a:lnSpc>
                <a:spcPct val="104000"/>
              </a:lnSpc>
              <a:spcBef>
                <a:spcPts val="0"/>
              </a:spcBef>
              <a:spcAft>
                <a:spcPts val="0"/>
              </a:spcAft>
              <a:buClr>
                <a:srgbClr val="2D2D2D"/>
              </a:buClr>
              <a:buSzPts val="4650"/>
              <a:buFont typeface="Barlow Semi Condensed"/>
              <a:buNone/>
            </a:pPr>
            <a:r>
              <a:rPr lang="en-US" sz="4200">
                <a:solidFill>
                  <a:schemeClr val="dk1"/>
                </a:solidFill>
                <a:latin typeface="Barlow Semi Condensed SemiBold"/>
                <a:ea typeface="Barlow Semi Condensed SemiBold"/>
                <a:cs typeface="Barlow Semi Condensed SemiBold"/>
                <a:sym typeface="Barlow Semi Condensed SemiBold"/>
              </a:rPr>
              <a:t>Timeline</a:t>
            </a:r>
            <a:endParaRPr i="0" sz="4200" u="none" cap="none" strike="noStrike">
              <a:solidFill>
                <a:schemeClr val="dk1"/>
              </a:solidFill>
              <a:latin typeface="Barlow Semi Condensed SemiBold"/>
              <a:ea typeface="Barlow Semi Condensed SemiBold"/>
              <a:cs typeface="Barlow Semi Condensed SemiBold"/>
              <a:sym typeface="Barlow Semi Condensed SemiBold"/>
            </a:endParaRPr>
          </a:p>
        </p:txBody>
      </p:sp>
      <p:sp>
        <p:nvSpPr>
          <p:cNvPr id="451" name="Google Shape;451;g3f6b58e047c_0_119"/>
          <p:cNvSpPr/>
          <p:nvPr/>
        </p:nvSpPr>
        <p:spPr>
          <a:xfrm>
            <a:off x="2537200" y="9027550"/>
            <a:ext cx="5308500" cy="96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452" name="Google Shape;452;g3f6b58e047c_0_119"/>
          <p:cNvSpPr/>
          <p:nvPr/>
        </p:nvSpPr>
        <p:spPr>
          <a:xfrm>
            <a:off x="8036221" y="9027550"/>
            <a:ext cx="5308500" cy="96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g3f6b58e047c_0_119"/>
          <p:cNvSpPr/>
          <p:nvPr/>
        </p:nvSpPr>
        <p:spPr>
          <a:xfrm>
            <a:off x="13437563" y="9027545"/>
            <a:ext cx="5269500" cy="96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54" name="Google Shape;454;g3f6b58e047c_0_119"/>
          <p:cNvPicPr preferRelativeResize="0"/>
          <p:nvPr/>
        </p:nvPicPr>
        <p:blipFill rotWithShape="1">
          <a:blip r:embed="rId3">
            <a:alphaModFix/>
          </a:blip>
          <a:srcRect b="36060" l="0" r="0" t="31392"/>
          <a:stretch/>
        </p:blipFill>
        <p:spPr>
          <a:xfrm>
            <a:off x="15369710" y="762000"/>
            <a:ext cx="2003891" cy="652225"/>
          </a:xfrm>
          <a:prstGeom prst="rect">
            <a:avLst/>
          </a:prstGeom>
          <a:noFill/>
          <a:ln>
            <a:noFill/>
          </a:ln>
        </p:spPr>
      </p:pic>
      <p:sp>
        <p:nvSpPr>
          <p:cNvPr id="455" name="Google Shape;455;g3f6b58e047c_0_119"/>
          <p:cNvSpPr/>
          <p:nvPr/>
        </p:nvSpPr>
        <p:spPr>
          <a:xfrm>
            <a:off x="16273224" y="8827190"/>
            <a:ext cx="1100400" cy="335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AAAAAA"/>
              </a:buClr>
              <a:buSzPts val="1800"/>
              <a:buFont typeface="IBM Plex Mono"/>
              <a:buNone/>
            </a:pPr>
            <a:r>
              <a:rPr b="0" i="0" lang="en-US" sz="1800" u="none" cap="none" strike="noStrike">
                <a:solidFill>
                  <a:srgbClr val="AAAAAA"/>
                </a:solidFill>
                <a:latin typeface="IBM Plex Mono"/>
                <a:ea typeface="IBM Plex Mono"/>
                <a:cs typeface="IBM Plex Mono"/>
                <a:sym typeface="IBM Plex Mono"/>
              </a:rPr>
              <a:t>07 / 19</a:t>
            </a:r>
            <a:endParaRPr b="0" i="0" sz="1800" u="none" cap="none" strike="noStrike">
              <a:solidFill>
                <a:schemeClr val="dk1"/>
              </a:solidFill>
              <a:latin typeface="Calibri"/>
              <a:ea typeface="Calibri"/>
              <a:cs typeface="Calibri"/>
              <a:sym typeface="Calibri"/>
            </a:endParaRPr>
          </a:p>
        </p:txBody>
      </p:sp>
      <p:sp>
        <p:nvSpPr>
          <p:cNvPr id="456" name="Google Shape;456;g3f6b58e047c_0_119"/>
          <p:cNvSpPr/>
          <p:nvPr/>
        </p:nvSpPr>
        <p:spPr>
          <a:xfrm>
            <a:off x="533400" y="1937450"/>
            <a:ext cx="17379300" cy="553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404C"/>
              </a:buClr>
              <a:buSzPts val="1791"/>
              <a:buFont typeface="IBM Plex Sans"/>
              <a:buNone/>
            </a:pPr>
            <a:r>
              <a:rPr lang="en-US" sz="2254">
                <a:solidFill>
                  <a:srgbClr val="33404C"/>
                </a:solidFill>
                <a:latin typeface="IBM Plex Sans Medium"/>
                <a:ea typeface="IBM Plex Sans Medium"/>
                <a:cs typeface="IBM Plex Sans Medium"/>
                <a:sym typeface="IBM Plex Sans Medium"/>
              </a:rPr>
              <a:t>Estimasi mandays per aktivitas dan sebarannya per minggu. Bagan disusun dengan asumsi satu orang per aktivitas dan dikerjakan berurutan dari tanggal 20 agustus 2026</a:t>
            </a:r>
            <a:endParaRPr sz="2254">
              <a:solidFill>
                <a:srgbClr val="000000"/>
              </a:solidFill>
              <a:latin typeface="IBM Plex Sans Medium"/>
              <a:ea typeface="IBM Plex Sans Medium"/>
              <a:cs typeface="IBM Plex Sans Medium"/>
              <a:sym typeface="IBM Plex Sans Medium"/>
            </a:endParaRPr>
          </a:p>
        </p:txBody>
      </p:sp>
      <p:sp>
        <p:nvSpPr>
          <p:cNvPr id="457" name="Google Shape;457;g3f6b58e047c_0_119"/>
          <p:cNvSpPr/>
          <p:nvPr/>
        </p:nvSpPr>
        <p:spPr>
          <a:xfrm>
            <a:off x="259325" y="2753725"/>
            <a:ext cx="17770800" cy="444000"/>
          </a:xfrm>
          <a:prstGeom prst="rect">
            <a:avLst/>
          </a:prstGeom>
          <a:solidFill>
            <a:srgbClr val="0A2A5E"/>
          </a:solidFill>
          <a:ln>
            <a:noFill/>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3415">
              <a:solidFill>
                <a:srgbClr val="FFFFFF"/>
              </a:solidFill>
              <a:latin typeface="Calibri"/>
              <a:ea typeface="Calibri"/>
              <a:cs typeface="Calibri"/>
              <a:sym typeface="Calibri"/>
            </a:endParaRPr>
          </a:p>
        </p:txBody>
      </p:sp>
      <p:sp>
        <p:nvSpPr>
          <p:cNvPr id="458" name="Google Shape;458;g3f6b58e047c_0_119"/>
          <p:cNvSpPr txBox="1"/>
          <p:nvPr/>
        </p:nvSpPr>
        <p:spPr>
          <a:xfrm>
            <a:off x="259025" y="2842600"/>
            <a:ext cx="503400" cy="2457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1" lang="en-US" sz="1596">
                <a:solidFill>
                  <a:srgbClr val="FFFFFF"/>
                </a:solidFill>
                <a:latin typeface="IBM Plex Sans"/>
                <a:ea typeface="IBM Plex Sans"/>
                <a:cs typeface="IBM Plex Sans"/>
                <a:sym typeface="IBM Plex Sans"/>
              </a:rPr>
              <a:t>No</a:t>
            </a:r>
            <a:endParaRPr sz="2567"/>
          </a:p>
        </p:txBody>
      </p:sp>
      <p:sp>
        <p:nvSpPr>
          <p:cNvPr id="459" name="Google Shape;459;g3f6b58e047c_0_119"/>
          <p:cNvSpPr txBox="1"/>
          <p:nvPr/>
        </p:nvSpPr>
        <p:spPr>
          <a:xfrm>
            <a:off x="762809" y="2859558"/>
            <a:ext cx="4886400" cy="245700"/>
          </a:xfrm>
          <a:prstGeom prst="rect">
            <a:avLst/>
          </a:prstGeom>
          <a:noFill/>
          <a:ln>
            <a:noFill/>
          </a:ln>
        </p:spPr>
        <p:txBody>
          <a:bodyPr anchorCtr="0" anchor="ctr" bIns="0" lIns="29150" spcFirstLastPara="1" rIns="29150" wrap="square" tIns="0">
            <a:spAutoFit/>
          </a:bodyPr>
          <a:lstStyle/>
          <a:p>
            <a:pPr indent="0" lvl="0" marL="0" marR="0" rtl="0" algn="l">
              <a:spcBef>
                <a:spcPts val="0"/>
              </a:spcBef>
              <a:spcAft>
                <a:spcPts val="0"/>
              </a:spcAft>
              <a:buNone/>
            </a:pPr>
            <a:r>
              <a:rPr b="1" lang="en-US" sz="1596">
                <a:solidFill>
                  <a:srgbClr val="FFFFFF"/>
                </a:solidFill>
                <a:latin typeface="IBM Plex Sans"/>
                <a:ea typeface="IBM Plex Sans"/>
                <a:cs typeface="IBM Plex Sans"/>
                <a:sym typeface="IBM Plex Sans"/>
              </a:rPr>
              <a:t>Aktivitas</a:t>
            </a:r>
            <a:endParaRPr sz="2567"/>
          </a:p>
        </p:txBody>
      </p:sp>
      <p:sp>
        <p:nvSpPr>
          <p:cNvPr id="460" name="Google Shape;460;g3f6b58e047c_0_119"/>
          <p:cNvSpPr txBox="1"/>
          <p:nvPr/>
        </p:nvSpPr>
        <p:spPr>
          <a:xfrm>
            <a:off x="5649565" y="2859558"/>
            <a:ext cx="962700" cy="2301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1" lang="en-US" sz="1496">
                <a:solidFill>
                  <a:srgbClr val="FFFFFF"/>
                </a:solidFill>
                <a:latin typeface="IBM Plex Sans"/>
                <a:ea typeface="IBM Plex Sans"/>
                <a:cs typeface="IBM Plex Sans"/>
                <a:sym typeface="IBM Plex Sans"/>
              </a:rPr>
              <a:t>MD</a:t>
            </a:r>
            <a:endParaRPr sz="2467"/>
          </a:p>
        </p:txBody>
      </p:sp>
      <p:sp>
        <p:nvSpPr>
          <p:cNvPr id="461" name="Google Shape;461;g3f6b58e047c_0_119"/>
          <p:cNvSpPr txBox="1"/>
          <p:nvPr/>
        </p:nvSpPr>
        <p:spPr>
          <a:xfrm>
            <a:off x="6612108" y="2859558"/>
            <a:ext cx="518400" cy="2052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1" lang="en-US" sz="1334">
                <a:solidFill>
                  <a:srgbClr val="FFFFFF"/>
                </a:solidFill>
                <a:latin typeface="IBM Plex Sans"/>
                <a:ea typeface="IBM Plex Sans"/>
                <a:cs typeface="IBM Plex Sans"/>
                <a:sym typeface="IBM Plex Sans"/>
              </a:rPr>
              <a:t>1</a:t>
            </a:r>
            <a:endParaRPr sz="2467"/>
          </a:p>
        </p:txBody>
      </p:sp>
      <p:sp>
        <p:nvSpPr>
          <p:cNvPr id="462" name="Google Shape;462;g3f6b58e047c_0_119"/>
          <p:cNvSpPr txBox="1"/>
          <p:nvPr/>
        </p:nvSpPr>
        <p:spPr>
          <a:xfrm>
            <a:off x="7130401" y="2859558"/>
            <a:ext cx="518400" cy="2052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1" lang="en-US" sz="1334">
                <a:solidFill>
                  <a:srgbClr val="FFFFFF"/>
                </a:solidFill>
                <a:latin typeface="IBM Plex Sans"/>
                <a:ea typeface="IBM Plex Sans"/>
                <a:cs typeface="IBM Plex Sans"/>
                <a:sym typeface="IBM Plex Sans"/>
              </a:rPr>
              <a:t>2</a:t>
            </a:r>
            <a:endParaRPr sz="2467"/>
          </a:p>
        </p:txBody>
      </p:sp>
      <p:sp>
        <p:nvSpPr>
          <p:cNvPr id="463" name="Google Shape;463;g3f6b58e047c_0_119"/>
          <p:cNvSpPr txBox="1"/>
          <p:nvPr/>
        </p:nvSpPr>
        <p:spPr>
          <a:xfrm>
            <a:off x="7648693" y="2859558"/>
            <a:ext cx="518400" cy="2052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1" lang="en-US" sz="1334">
                <a:solidFill>
                  <a:srgbClr val="FFFFFF"/>
                </a:solidFill>
                <a:latin typeface="IBM Plex Sans"/>
                <a:ea typeface="IBM Plex Sans"/>
                <a:cs typeface="IBM Plex Sans"/>
                <a:sym typeface="IBM Plex Sans"/>
              </a:rPr>
              <a:t>3</a:t>
            </a:r>
            <a:endParaRPr sz="2467"/>
          </a:p>
        </p:txBody>
      </p:sp>
      <p:sp>
        <p:nvSpPr>
          <p:cNvPr id="464" name="Google Shape;464;g3f6b58e047c_0_119"/>
          <p:cNvSpPr txBox="1"/>
          <p:nvPr/>
        </p:nvSpPr>
        <p:spPr>
          <a:xfrm>
            <a:off x="8166985" y="2859558"/>
            <a:ext cx="518400" cy="2052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1" lang="en-US" sz="1334">
                <a:solidFill>
                  <a:srgbClr val="FFFFFF"/>
                </a:solidFill>
                <a:latin typeface="IBM Plex Sans"/>
                <a:ea typeface="IBM Plex Sans"/>
                <a:cs typeface="IBM Plex Sans"/>
                <a:sym typeface="IBM Plex Sans"/>
              </a:rPr>
              <a:t>4</a:t>
            </a:r>
            <a:endParaRPr sz="2467"/>
          </a:p>
        </p:txBody>
      </p:sp>
      <p:sp>
        <p:nvSpPr>
          <p:cNvPr id="465" name="Google Shape;465;g3f6b58e047c_0_119"/>
          <p:cNvSpPr txBox="1"/>
          <p:nvPr/>
        </p:nvSpPr>
        <p:spPr>
          <a:xfrm>
            <a:off x="8685278" y="2859558"/>
            <a:ext cx="518400" cy="2052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1" lang="en-US" sz="1334">
                <a:solidFill>
                  <a:srgbClr val="FFFFFF"/>
                </a:solidFill>
                <a:latin typeface="IBM Plex Sans"/>
                <a:ea typeface="IBM Plex Sans"/>
                <a:cs typeface="IBM Plex Sans"/>
                <a:sym typeface="IBM Plex Sans"/>
              </a:rPr>
              <a:t>5</a:t>
            </a:r>
            <a:endParaRPr sz="2467"/>
          </a:p>
        </p:txBody>
      </p:sp>
      <p:sp>
        <p:nvSpPr>
          <p:cNvPr id="466" name="Google Shape;466;g3f6b58e047c_0_119"/>
          <p:cNvSpPr txBox="1"/>
          <p:nvPr/>
        </p:nvSpPr>
        <p:spPr>
          <a:xfrm>
            <a:off x="9203570" y="2859558"/>
            <a:ext cx="518400" cy="2052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1" lang="en-US" sz="1334">
                <a:solidFill>
                  <a:srgbClr val="FFFFFF"/>
                </a:solidFill>
                <a:latin typeface="IBM Plex Sans"/>
                <a:ea typeface="IBM Plex Sans"/>
                <a:cs typeface="IBM Plex Sans"/>
                <a:sym typeface="IBM Plex Sans"/>
              </a:rPr>
              <a:t>6</a:t>
            </a:r>
            <a:endParaRPr sz="2467"/>
          </a:p>
        </p:txBody>
      </p:sp>
      <p:sp>
        <p:nvSpPr>
          <p:cNvPr id="467" name="Google Shape;467;g3f6b58e047c_0_119"/>
          <p:cNvSpPr txBox="1"/>
          <p:nvPr/>
        </p:nvSpPr>
        <p:spPr>
          <a:xfrm>
            <a:off x="9721862" y="2859558"/>
            <a:ext cx="518400" cy="2052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1" lang="en-US" sz="1334">
                <a:solidFill>
                  <a:srgbClr val="FFFFFF"/>
                </a:solidFill>
                <a:latin typeface="IBM Plex Sans"/>
                <a:ea typeface="IBM Plex Sans"/>
                <a:cs typeface="IBM Plex Sans"/>
                <a:sym typeface="IBM Plex Sans"/>
              </a:rPr>
              <a:t>7</a:t>
            </a:r>
            <a:endParaRPr sz="2467"/>
          </a:p>
        </p:txBody>
      </p:sp>
      <p:sp>
        <p:nvSpPr>
          <p:cNvPr id="468" name="Google Shape;468;g3f6b58e047c_0_119"/>
          <p:cNvSpPr txBox="1"/>
          <p:nvPr/>
        </p:nvSpPr>
        <p:spPr>
          <a:xfrm>
            <a:off x="10240155" y="2859558"/>
            <a:ext cx="518400" cy="2052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1" lang="en-US" sz="1334">
                <a:solidFill>
                  <a:srgbClr val="FFFFFF"/>
                </a:solidFill>
                <a:latin typeface="IBM Plex Sans"/>
                <a:ea typeface="IBM Plex Sans"/>
                <a:cs typeface="IBM Plex Sans"/>
                <a:sym typeface="IBM Plex Sans"/>
              </a:rPr>
              <a:t>8</a:t>
            </a:r>
            <a:endParaRPr sz="2467"/>
          </a:p>
        </p:txBody>
      </p:sp>
      <p:sp>
        <p:nvSpPr>
          <p:cNvPr id="469" name="Google Shape;469;g3f6b58e047c_0_119"/>
          <p:cNvSpPr txBox="1"/>
          <p:nvPr/>
        </p:nvSpPr>
        <p:spPr>
          <a:xfrm>
            <a:off x="10758447" y="2859558"/>
            <a:ext cx="518400" cy="2052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1" lang="en-US" sz="1334">
                <a:solidFill>
                  <a:srgbClr val="FFFFFF"/>
                </a:solidFill>
                <a:latin typeface="IBM Plex Sans"/>
                <a:ea typeface="IBM Plex Sans"/>
                <a:cs typeface="IBM Plex Sans"/>
                <a:sym typeface="IBM Plex Sans"/>
              </a:rPr>
              <a:t>9</a:t>
            </a:r>
            <a:endParaRPr sz="2467"/>
          </a:p>
        </p:txBody>
      </p:sp>
      <p:sp>
        <p:nvSpPr>
          <p:cNvPr id="470" name="Google Shape;470;g3f6b58e047c_0_119"/>
          <p:cNvSpPr txBox="1"/>
          <p:nvPr/>
        </p:nvSpPr>
        <p:spPr>
          <a:xfrm>
            <a:off x="11276739" y="2859558"/>
            <a:ext cx="518400" cy="2052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1" lang="en-US" sz="1334">
                <a:solidFill>
                  <a:srgbClr val="FFFFFF"/>
                </a:solidFill>
                <a:latin typeface="IBM Plex Sans"/>
                <a:ea typeface="IBM Plex Sans"/>
                <a:cs typeface="IBM Plex Sans"/>
                <a:sym typeface="IBM Plex Sans"/>
              </a:rPr>
              <a:t>10</a:t>
            </a:r>
            <a:endParaRPr sz="2467"/>
          </a:p>
        </p:txBody>
      </p:sp>
      <p:sp>
        <p:nvSpPr>
          <p:cNvPr id="471" name="Google Shape;471;g3f6b58e047c_0_119"/>
          <p:cNvSpPr txBox="1"/>
          <p:nvPr/>
        </p:nvSpPr>
        <p:spPr>
          <a:xfrm>
            <a:off x="11795032" y="2859558"/>
            <a:ext cx="518400" cy="2052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1" lang="en-US" sz="1334">
                <a:solidFill>
                  <a:srgbClr val="FFFFFF"/>
                </a:solidFill>
                <a:latin typeface="IBM Plex Sans"/>
                <a:ea typeface="IBM Plex Sans"/>
                <a:cs typeface="IBM Plex Sans"/>
                <a:sym typeface="IBM Plex Sans"/>
              </a:rPr>
              <a:t>11</a:t>
            </a:r>
            <a:endParaRPr sz="2467"/>
          </a:p>
        </p:txBody>
      </p:sp>
      <p:sp>
        <p:nvSpPr>
          <p:cNvPr id="472" name="Google Shape;472;g3f6b58e047c_0_119"/>
          <p:cNvSpPr txBox="1"/>
          <p:nvPr/>
        </p:nvSpPr>
        <p:spPr>
          <a:xfrm>
            <a:off x="12313324" y="2859558"/>
            <a:ext cx="518400" cy="2052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1" lang="en-US" sz="1334">
                <a:solidFill>
                  <a:srgbClr val="FFFFFF"/>
                </a:solidFill>
                <a:latin typeface="IBM Plex Sans"/>
                <a:ea typeface="IBM Plex Sans"/>
                <a:cs typeface="IBM Plex Sans"/>
                <a:sym typeface="IBM Plex Sans"/>
              </a:rPr>
              <a:t>12</a:t>
            </a:r>
            <a:endParaRPr sz="2467"/>
          </a:p>
        </p:txBody>
      </p:sp>
      <p:sp>
        <p:nvSpPr>
          <p:cNvPr id="473" name="Google Shape;473;g3f6b58e047c_0_119"/>
          <p:cNvSpPr txBox="1"/>
          <p:nvPr/>
        </p:nvSpPr>
        <p:spPr>
          <a:xfrm>
            <a:off x="12831615" y="2859558"/>
            <a:ext cx="518400" cy="2052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1" lang="en-US" sz="1334">
                <a:solidFill>
                  <a:srgbClr val="FFFFFF"/>
                </a:solidFill>
                <a:latin typeface="IBM Plex Sans"/>
                <a:ea typeface="IBM Plex Sans"/>
                <a:cs typeface="IBM Plex Sans"/>
                <a:sym typeface="IBM Plex Sans"/>
              </a:rPr>
              <a:t>13</a:t>
            </a:r>
            <a:endParaRPr sz="2467"/>
          </a:p>
        </p:txBody>
      </p:sp>
      <p:sp>
        <p:nvSpPr>
          <p:cNvPr id="474" name="Google Shape;474;g3f6b58e047c_0_119"/>
          <p:cNvSpPr txBox="1"/>
          <p:nvPr/>
        </p:nvSpPr>
        <p:spPr>
          <a:xfrm>
            <a:off x="13349909" y="2859558"/>
            <a:ext cx="518400" cy="2052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1" lang="en-US" sz="1334">
                <a:solidFill>
                  <a:srgbClr val="FFFFFF"/>
                </a:solidFill>
                <a:latin typeface="IBM Plex Sans"/>
                <a:ea typeface="IBM Plex Sans"/>
                <a:cs typeface="IBM Plex Sans"/>
                <a:sym typeface="IBM Plex Sans"/>
              </a:rPr>
              <a:t>14</a:t>
            </a:r>
            <a:endParaRPr sz="2467"/>
          </a:p>
        </p:txBody>
      </p:sp>
      <p:sp>
        <p:nvSpPr>
          <p:cNvPr id="475" name="Google Shape;475;g3f6b58e047c_0_119"/>
          <p:cNvSpPr txBox="1"/>
          <p:nvPr/>
        </p:nvSpPr>
        <p:spPr>
          <a:xfrm>
            <a:off x="13767952" y="2859558"/>
            <a:ext cx="4263000" cy="230100"/>
          </a:xfrm>
          <a:prstGeom prst="rect">
            <a:avLst/>
          </a:prstGeom>
          <a:noFill/>
          <a:ln>
            <a:noFill/>
          </a:ln>
        </p:spPr>
        <p:txBody>
          <a:bodyPr anchorCtr="0" anchor="ctr" bIns="0" lIns="29150" spcFirstLastPara="1" rIns="29150" wrap="square" tIns="0">
            <a:spAutoFit/>
          </a:bodyPr>
          <a:lstStyle/>
          <a:p>
            <a:pPr indent="0" lvl="0" marL="0" marR="0" rtl="0" algn="l">
              <a:spcBef>
                <a:spcPts val="0"/>
              </a:spcBef>
              <a:spcAft>
                <a:spcPts val="0"/>
              </a:spcAft>
              <a:buNone/>
            </a:pPr>
            <a:r>
              <a:rPr b="1" lang="en-US" sz="1496">
                <a:solidFill>
                  <a:srgbClr val="FFFFFF"/>
                </a:solidFill>
                <a:latin typeface="IBM Plex Sans"/>
                <a:ea typeface="IBM Plex Sans"/>
                <a:cs typeface="IBM Plex Sans"/>
                <a:sym typeface="IBM Plex Sans"/>
              </a:rPr>
              <a:t>Keterangan</a:t>
            </a:r>
            <a:endParaRPr sz="2467"/>
          </a:p>
        </p:txBody>
      </p:sp>
      <p:sp>
        <p:nvSpPr>
          <p:cNvPr id="476" name="Google Shape;476;g3f6b58e047c_0_119"/>
          <p:cNvSpPr/>
          <p:nvPr/>
        </p:nvSpPr>
        <p:spPr>
          <a:xfrm>
            <a:off x="259325" y="3197976"/>
            <a:ext cx="17770800" cy="355500"/>
          </a:xfrm>
          <a:prstGeom prst="rect">
            <a:avLst/>
          </a:prstGeom>
          <a:solidFill>
            <a:srgbClr val="E7F0F9"/>
          </a:solidFill>
          <a:ln>
            <a:noFill/>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3215">
              <a:solidFill>
                <a:srgbClr val="FFFFFF"/>
              </a:solidFill>
              <a:latin typeface="Calibri"/>
              <a:ea typeface="Calibri"/>
              <a:cs typeface="Calibri"/>
              <a:sym typeface="Calibri"/>
            </a:endParaRPr>
          </a:p>
        </p:txBody>
      </p:sp>
      <p:sp>
        <p:nvSpPr>
          <p:cNvPr id="477" name="Google Shape;477;g3f6b58e047c_0_119"/>
          <p:cNvSpPr txBox="1"/>
          <p:nvPr/>
        </p:nvSpPr>
        <p:spPr>
          <a:xfrm>
            <a:off x="407408" y="3197976"/>
            <a:ext cx="11846700" cy="245700"/>
          </a:xfrm>
          <a:prstGeom prst="rect">
            <a:avLst/>
          </a:prstGeom>
          <a:noFill/>
          <a:ln>
            <a:noFill/>
          </a:ln>
        </p:spPr>
        <p:txBody>
          <a:bodyPr anchorCtr="0" anchor="ctr" bIns="0" lIns="29150" spcFirstLastPara="1" rIns="29150" wrap="square" tIns="0">
            <a:spAutoFit/>
          </a:bodyPr>
          <a:lstStyle/>
          <a:p>
            <a:pPr indent="0" lvl="0" marL="0" marR="0" rtl="0" algn="l">
              <a:spcBef>
                <a:spcPts val="0"/>
              </a:spcBef>
              <a:spcAft>
                <a:spcPts val="0"/>
              </a:spcAft>
              <a:buNone/>
            </a:pPr>
            <a:r>
              <a:rPr b="1" lang="en-US" sz="1596">
                <a:solidFill>
                  <a:srgbClr val="0A2A5E"/>
                </a:solidFill>
                <a:latin typeface="IBM Plex Sans"/>
                <a:ea typeface="IBM Plex Sans"/>
                <a:cs typeface="IBM Plex Sans"/>
                <a:sym typeface="IBM Plex Sans"/>
              </a:rPr>
              <a:t>Fase 1 — Preparation &amp; Data Collection   ·   16 mandays</a:t>
            </a:r>
            <a:endParaRPr sz="2567"/>
          </a:p>
        </p:txBody>
      </p:sp>
      <p:sp>
        <p:nvSpPr>
          <p:cNvPr id="478" name="Google Shape;478;g3f6b58e047c_0_119"/>
          <p:cNvSpPr/>
          <p:nvPr/>
        </p:nvSpPr>
        <p:spPr>
          <a:xfrm>
            <a:off x="259325" y="3553376"/>
            <a:ext cx="17770800" cy="370200"/>
          </a:xfrm>
          <a:prstGeom prst="rect">
            <a:avLst/>
          </a:prstGeom>
          <a:solidFill>
            <a:srgbClr val="FFFFFF"/>
          </a:solidFill>
          <a:ln cap="flat" cmpd="sng" w="15425">
            <a:solidFill>
              <a:srgbClr val="D7E0E9"/>
            </a:solidFill>
            <a:prstDash val="solid"/>
            <a:miter lim="8000"/>
            <a:headEnd len="sm" w="sm" type="none"/>
            <a:tailEnd len="sm" w="sm" type="none"/>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3215">
              <a:solidFill>
                <a:srgbClr val="FFFFFF"/>
              </a:solidFill>
              <a:latin typeface="Calibri"/>
              <a:ea typeface="Calibri"/>
              <a:cs typeface="Calibri"/>
              <a:sym typeface="Calibri"/>
            </a:endParaRPr>
          </a:p>
        </p:txBody>
      </p:sp>
      <p:sp>
        <p:nvSpPr>
          <p:cNvPr id="479" name="Google Shape;479;g3f6b58e047c_0_119"/>
          <p:cNvSpPr txBox="1"/>
          <p:nvPr/>
        </p:nvSpPr>
        <p:spPr>
          <a:xfrm>
            <a:off x="259325" y="3553376"/>
            <a:ext cx="503400" cy="2457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0" lang="en-US" sz="1596">
                <a:solidFill>
                  <a:srgbClr val="5D6C7B"/>
                </a:solidFill>
                <a:latin typeface="IBM Plex Sans"/>
                <a:ea typeface="IBM Plex Sans"/>
                <a:cs typeface="IBM Plex Sans"/>
                <a:sym typeface="IBM Plex Sans"/>
              </a:rPr>
              <a:t>1</a:t>
            </a:r>
            <a:endParaRPr sz="2567"/>
          </a:p>
        </p:txBody>
      </p:sp>
      <p:sp>
        <p:nvSpPr>
          <p:cNvPr id="480" name="Google Shape;480;g3f6b58e047c_0_119"/>
          <p:cNvSpPr txBox="1"/>
          <p:nvPr/>
        </p:nvSpPr>
        <p:spPr>
          <a:xfrm>
            <a:off x="762809" y="3553376"/>
            <a:ext cx="4886400" cy="245700"/>
          </a:xfrm>
          <a:prstGeom prst="rect">
            <a:avLst/>
          </a:prstGeom>
          <a:noFill/>
          <a:ln>
            <a:noFill/>
          </a:ln>
        </p:spPr>
        <p:txBody>
          <a:bodyPr anchorCtr="0" anchor="ctr" bIns="0" lIns="29150" spcFirstLastPara="1" rIns="29150" wrap="square" tIns="0">
            <a:spAutoFit/>
          </a:bodyPr>
          <a:lstStyle/>
          <a:p>
            <a:pPr indent="0" lvl="0" marL="0" marR="0" rtl="0" algn="l">
              <a:spcBef>
                <a:spcPts val="0"/>
              </a:spcBef>
              <a:spcAft>
                <a:spcPts val="0"/>
              </a:spcAft>
              <a:buNone/>
            </a:pPr>
            <a:r>
              <a:rPr b="0" lang="en-US" sz="1596">
                <a:solidFill>
                  <a:srgbClr val="1B2733"/>
                </a:solidFill>
                <a:latin typeface="IBM Plex Sans"/>
                <a:ea typeface="IBM Plex Sans"/>
                <a:cs typeface="IBM Plex Sans"/>
                <a:sym typeface="IBM Plex Sans"/>
              </a:rPr>
              <a:t>Pengumpulan &amp; Pelabelan Dataset APD</a:t>
            </a:r>
            <a:endParaRPr sz="2567"/>
          </a:p>
        </p:txBody>
      </p:sp>
      <p:sp>
        <p:nvSpPr>
          <p:cNvPr id="481" name="Google Shape;481;g3f6b58e047c_0_119"/>
          <p:cNvSpPr txBox="1"/>
          <p:nvPr/>
        </p:nvSpPr>
        <p:spPr>
          <a:xfrm>
            <a:off x="5649565" y="3553376"/>
            <a:ext cx="962700" cy="2244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1" lang="en-US" sz="1458">
                <a:solidFill>
                  <a:srgbClr val="0A2A5E"/>
                </a:solidFill>
                <a:latin typeface="IBM Plex Sans"/>
                <a:ea typeface="IBM Plex Sans"/>
                <a:cs typeface="IBM Plex Sans"/>
                <a:sym typeface="IBM Plex Sans"/>
              </a:rPr>
              <a:t>5</a:t>
            </a:r>
            <a:endParaRPr sz="2267"/>
          </a:p>
        </p:txBody>
      </p:sp>
      <p:sp>
        <p:nvSpPr>
          <p:cNvPr id="482" name="Google Shape;482;g3f6b58e047c_0_119"/>
          <p:cNvSpPr/>
          <p:nvPr/>
        </p:nvSpPr>
        <p:spPr>
          <a:xfrm>
            <a:off x="6641725" y="3657035"/>
            <a:ext cx="459000" cy="162600"/>
          </a:xfrm>
          <a:prstGeom prst="roundRect">
            <a:avLst>
              <a:gd fmla="val 35000" name="adj"/>
            </a:avLst>
          </a:prstGeom>
          <a:solidFill>
            <a:srgbClr val="0057A8"/>
          </a:solidFill>
          <a:ln>
            <a:noFill/>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2915">
              <a:solidFill>
                <a:srgbClr val="FFFFFF"/>
              </a:solidFill>
              <a:latin typeface="Calibri"/>
              <a:ea typeface="Calibri"/>
              <a:cs typeface="Calibri"/>
              <a:sym typeface="Calibri"/>
            </a:endParaRPr>
          </a:p>
        </p:txBody>
      </p:sp>
      <p:sp>
        <p:nvSpPr>
          <p:cNvPr id="483" name="Google Shape;483;g3f6b58e047c_0_119"/>
          <p:cNvSpPr txBox="1"/>
          <p:nvPr/>
        </p:nvSpPr>
        <p:spPr>
          <a:xfrm>
            <a:off x="13671509" y="3659210"/>
            <a:ext cx="4294500" cy="189900"/>
          </a:xfrm>
          <a:prstGeom prst="rect">
            <a:avLst/>
          </a:prstGeom>
          <a:noFill/>
          <a:ln>
            <a:noFill/>
          </a:ln>
        </p:spPr>
        <p:txBody>
          <a:bodyPr anchorCtr="0" anchor="ctr" bIns="0" lIns="29150" spcFirstLastPara="1" rIns="29150" wrap="square" tIns="0">
            <a:spAutoFit/>
          </a:bodyPr>
          <a:lstStyle/>
          <a:p>
            <a:pPr indent="0" lvl="0" marL="0" marR="0" rtl="0" algn="l">
              <a:spcBef>
                <a:spcPts val="0"/>
              </a:spcBef>
              <a:spcAft>
                <a:spcPts val="0"/>
              </a:spcAft>
              <a:buNone/>
            </a:pPr>
            <a:r>
              <a:rPr b="0" lang="en-US" sz="1234">
                <a:solidFill>
                  <a:srgbClr val="E4002B"/>
                </a:solidFill>
                <a:latin typeface="IBM Plex Sans"/>
                <a:ea typeface="IBM Plex Sans"/>
                <a:cs typeface="IBM Plex Sans"/>
                <a:sym typeface="IBM Plex Sans"/>
              </a:rPr>
              <a:t>Butuh review</a:t>
            </a:r>
            <a:endParaRPr sz="2367"/>
          </a:p>
        </p:txBody>
      </p:sp>
      <p:sp>
        <p:nvSpPr>
          <p:cNvPr id="484" name="Google Shape;484;g3f6b58e047c_0_119"/>
          <p:cNvSpPr/>
          <p:nvPr/>
        </p:nvSpPr>
        <p:spPr>
          <a:xfrm>
            <a:off x="259325" y="3923585"/>
            <a:ext cx="17770800" cy="370200"/>
          </a:xfrm>
          <a:prstGeom prst="rect">
            <a:avLst/>
          </a:prstGeom>
          <a:solidFill>
            <a:srgbClr val="F4F6F9"/>
          </a:solidFill>
          <a:ln cap="flat" cmpd="sng" w="15425">
            <a:solidFill>
              <a:srgbClr val="D7E0E9"/>
            </a:solidFill>
            <a:prstDash val="solid"/>
            <a:miter lim="8000"/>
            <a:headEnd len="sm" w="sm" type="none"/>
            <a:tailEnd len="sm" w="sm" type="none"/>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3215">
              <a:solidFill>
                <a:srgbClr val="FFFFFF"/>
              </a:solidFill>
              <a:latin typeface="Calibri"/>
              <a:ea typeface="Calibri"/>
              <a:cs typeface="Calibri"/>
              <a:sym typeface="Calibri"/>
            </a:endParaRPr>
          </a:p>
        </p:txBody>
      </p:sp>
      <p:sp>
        <p:nvSpPr>
          <p:cNvPr id="485" name="Google Shape;485;g3f6b58e047c_0_119"/>
          <p:cNvSpPr txBox="1"/>
          <p:nvPr/>
        </p:nvSpPr>
        <p:spPr>
          <a:xfrm>
            <a:off x="259325" y="3923585"/>
            <a:ext cx="503400" cy="2457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0" lang="en-US" sz="1596">
                <a:solidFill>
                  <a:srgbClr val="5D6C7B"/>
                </a:solidFill>
                <a:latin typeface="IBM Plex Sans"/>
                <a:ea typeface="IBM Plex Sans"/>
                <a:cs typeface="IBM Plex Sans"/>
                <a:sym typeface="IBM Plex Sans"/>
              </a:rPr>
              <a:t>2</a:t>
            </a:r>
            <a:endParaRPr sz="2567"/>
          </a:p>
        </p:txBody>
      </p:sp>
      <p:sp>
        <p:nvSpPr>
          <p:cNvPr id="486" name="Google Shape;486;g3f6b58e047c_0_119"/>
          <p:cNvSpPr txBox="1"/>
          <p:nvPr/>
        </p:nvSpPr>
        <p:spPr>
          <a:xfrm>
            <a:off x="762809" y="3923585"/>
            <a:ext cx="4886400" cy="245700"/>
          </a:xfrm>
          <a:prstGeom prst="rect">
            <a:avLst/>
          </a:prstGeom>
          <a:noFill/>
          <a:ln>
            <a:noFill/>
          </a:ln>
        </p:spPr>
        <p:txBody>
          <a:bodyPr anchorCtr="0" anchor="ctr" bIns="0" lIns="29150" spcFirstLastPara="1" rIns="29150" wrap="square" tIns="0">
            <a:spAutoFit/>
          </a:bodyPr>
          <a:lstStyle/>
          <a:p>
            <a:pPr indent="0" lvl="0" marL="0" marR="0" rtl="0" algn="l">
              <a:spcBef>
                <a:spcPts val="0"/>
              </a:spcBef>
              <a:spcAft>
                <a:spcPts val="0"/>
              </a:spcAft>
              <a:buNone/>
            </a:pPr>
            <a:r>
              <a:rPr b="0" lang="en-US" sz="1596">
                <a:solidFill>
                  <a:srgbClr val="1B2733"/>
                </a:solidFill>
                <a:latin typeface="IBM Plex Sans"/>
                <a:ea typeface="IBM Plex Sans"/>
                <a:cs typeface="IBM Plex Sans"/>
                <a:sym typeface="IBM Plex Sans"/>
              </a:rPr>
              <a:t>Fine-tuning Model APD dengan Augmentasi Data</a:t>
            </a:r>
            <a:endParaRPr sz="2567"/>
          </a:p>
        </p:txBody>
      </p:sp>
      <p:sp>
        <p:nvSpPr>
          <p:cNvPr id="487" name="Google Shape;487;g3f6b58e047c_0_119"/>
          <p:cNvSpPr txBox="1"/>
          <p:nvPr/>
        </p:nvSpPr>
        <p:spPr>
          <a:xfrm>
            <a:off x="5649565" y="3923585"/>
            <a:ext cx="962700" cy="2244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1" lang="en-US" sz="1458">
                <a:solidFill>
                  <a:srgbClr val="0A2A5E"/>
                </a:solidFill>
                <a:latin typeface="IBM Plex Sans"/>
                <a:ea typeface="IBM Plex Sans"/>
                <a:cs typeface="IBM Plex Sans"/>
                <a:sym typeface="IBM Plex Sans"/>
              </a:rPr>
              <a:t>4</a:t>
            </a:r>
            <a:endParaRPr sz="2267"/>
          </a:p>
        </p:txBody>
      </p:sp>
      <p:sp>
        <p:nvSpPr>
          <p:cNvPr id="488" name="Google Shape;488;g3f6b58e047c_0_119"/>
          <p:cNvSpPr/>
          <p:nvPr/>
        </p:nvSpPr>
        <p:spPr>
          <a:xfrm>
            <a:off x="7160016" y="4027244"/>
            <a:ext cx="355500" cy="162600"/>
          </a:xfrm>
          <a:prstGeom prst="roundRect">
            <a:avLst>
              <a:gd fmla="val 35000" name="adj"/>
            </a:avLst>
          </a:prstGeom>
          <a:solidFill>
            <a:srgbClr val="0057A8"/>
          </a:solidFill>
          <a:ln>
            <a:noFill/>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2915">
              <a:solidFill>
                <a:srgbClr val="FFFFFF"/>
              </a:solidFill>
              <a:latin typeface="Calibri"/>
              <a:ea typeface="Calibri"/>
              <a:cs typeface="Calibri"/>
              <a:sym typeface="Calibri"/>
            </a:endParaRPr>
          </a:p>
        </p:txBody>
      </p:sp>
      <p:sp>
        <p:nvSpPr>
          <p:cNvPr id="489" name="Google Shape;489;g3f6b58e047c_0_119"/>
          <p:cNvSpPr/>
          <p:nvPr/>
        </p:nvSpPr>
        <p:spPr>
          <a:xfrm>
            <a:off x="259325" y="4293793"/>
            <a:ext cx="17770800" cy="370200"/>
          </a:xfrm>
          <a:prstGeom prst="rect">
            <a:avLst/>
          </a:prstGeom>
          <a:solidFill>
            <a:srgbClr val="FFFFFF"/>
          </a:solidFill>
          <a:ln cap="flat" cmpd="sng" w="15425">
            <a:solidFill>
              <a:srgbClr val="D7E0E9"/>
            </a:solidFill>
            <a:prstDash val="solid"/>
            <a:miter lim="8000"/>
            <a:headEnd len="sm" w="sm" type="none"/>
            <a:tailEnd len="sm" w="sm" type="none"/>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3215">
              <a:solidFill>
                <a:srgbClr val="FFFFFF"/>
              </a:solidFill>
              <a:latin typeface="Calibri"/>
              <a:ea typeface="Calibri"/>
              <a:cs typeface="Calibri"/>
              <a:sym typeface="Calibri"/>
            </a:endParaRPr>
          </a:p>
        </p:txBody>
      </p:sp>
      <p:sp>
        <p:nvSpPr>
          <p:cNvPr id="490" name="Google Shape;490;g3f6b58e047c_0_119"/>
          <p:cNvSpPr txBox="1"/>
          <p:nvPr/>
        </p:nvSpPr>
        <p:spPr>
          <a:xfrm>
            <a:off x="259325" y="4293794"/>
            <a:ext cx="503400" cy="2457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0" lang="en-US" sz="1596">
                <a:solidFill>
                  <a:srgbClr val="5D6C7B"/>
                </a:solidFill>
                <a:latin typeface="IBM Plex Sans"/>
                <a:ea typeface="IBM Plex Sans"/>
                <a:cs typeface="IBM Plex Sans"/>
                <a:sym typeface="IBM Plex Sans"/>
              </a:rPr>
              <a:t>3</a:t>
            </a:r>
            <a:endParaRPr sz="2567"/>
          </a:p>
        </p:txBody>
      </p:sp>
      <p:sp>
        <p:nvSpPr>
          <p:cNvPr id="491" name="Google Shape;491;g3f6b58e047c_0_119"/>
          <p:cNvSpPr txBox="1"/>
          <p:nvPr/>
        </p:nvSpPr>
        <p:spPr>
          <a:xfrm>
            <a:off x="762809" y="4293794"/>
            <a:ext cx="4886400" cy="245700"/>
          </a:xfrm>
          <a:prstGeom prst="rect">
            <a:avLst/>
          </a:prstGeom>
          <a:noFill/>
          <a:ln>
            <a:noFill/>
          </a:ln>
        </p:spPr>
        <p:txBody>
          <a:bodyPr anchorCtr="0" anchor="ctr" bIns="0" lIns="29150" spcFirstLastPara="1" rIns="29150" wrap="square" tIns="0">
            <a:spAutoFit/>
          </a:bodyPr>
          <a:lstStyle/>
          <a:p>
            <a:pPr indent="0" lvl="0" marL="0" marR="0" rtl="0" algn="l">
              <a:spcBef>
                <a:spcPts val="0"/>
              </a:spcBef>
              <a:spcAft>
                <a:spcPts val="0"/>
              </a:spcAft>
              <a:buNone/>
            </a:pPr>
            <a:r>
              <a:rPr b="0" lang="en-US" sz="1596">
                <a:solidFill>
                  <a:srgbClr val="1B2733"/>
                </a:solidFill>
                <a:latin typeface="IBM Plex Sans"/>
                <a:ea typeface="IBM Plex Sans"/>
                <a:cs typeface="IBM Plex Sans"/>
                <a:sym typeface="IBM Plex Sans"/>
              </a:rPr>
              <a:t>Evaluasi &amp; Iterasi Model APD</a:t>
            </a:r>
            <a:endParaRPr sz="2567"/>
          </a:p>
        </p:txBody>
      </p:sp>
      <p:sp>
        <p:nvSpPr>
          <p:cNvPr id="492" name="Google Shape;492;g3f6b58e047c_0_119"/>
          <p:cNvSpPr txBox="1"/>
          <p:nvPr/>
        </p:nvSpPr>
        <p:spPr>
          <a:xfrm>
            <a:off x="5649565" y="4293794"/>
            <a:ext cx="962700" cy="2244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1" lang="en-US" sz="1458">
                <a:solidFill>
                  <a:srgbClr val="0A2A5E"/>
                </a:solidFill>
                <a:latin typeface="IBM Plex Sans"/>
                <a:ea typeface="IBM Plex Sans"/>
                <a:cs typeface="IBM Plex Sans"/>
                <a:sym typeface="IBM Plex Sans"/>
              </a:rPr>
              <a:t>5</a:t>
            </a:r>
            <a:endParaRPr sz="2267"/>
          </a:p>
        </p:txBody>
      </p:sp>
      <p:sp>
        <p:nvSpPr>
          <p:cNvPr id="493" name="Google Shape;493;g3f6b58e047c_0_119"/>
          <p:cNvSpPr/>
          <p:nvPr/>
        </p:nvSpPr>
        <p:spPr>
          <a:xfrm>
            <a:off x="7574651" y="4397453"/>
            <a:ext cx="459000" cy="162600"/>
          </a:xfrm>
          <a:prstGeom prst="roundRect">
            <a:avLst>
              <a:gd fmla="val 35000" name="adj"/>
            </a:avLst>
          </a:prstGeom>
          <a:solidFill>
            <a:srgbClr val="0057A8"/>
          </a:solidFill>
          <a:ln>
            <a:noFill/>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2915">
              <a:solidFill>
                <a:srgbClr val="FFFFFF"/>
              </a:solidFill>
              <a:latin typeface="Calibri"/>
              <a:ea typeface="Calibri"/>
              <a:cs typeface="Calibri"/>
              <a:sym typeface="Calibri"/>
            </a:endParaRPr>
          </a:p>
        </p:txBody>
      </p:sp>
      <p:sp>
        <p:nvSpPr>
          <p:cNvPr id="494" name="Google Shape;494;g3f6b58e047c_0_119"/>
          <p:cNvSpPr/>
          <p:nvPr/>
        </p:nvSpPr>
        <p:spPr>
          <a:xfrm>
            <a:off x="259325" y="4664002"/>
            <a:ext cx="17770800" cy="370200"/>
          </a:xfrm>
          <a:prstGeom prst="rect">
            <a:avLst/>
          </a:prstGeom>
          <a:solidFill>
            <a:srgbClr val="F4F6F9"/>
          </a:solidFill>
          <a:ln cap="flat" cmpd="sng" w="15425">
            <a:solidFill>
              <a:srgbClr val="D7E0E9"/>
            </a:solidFill>
            <a:prstDash val="solid"/>
            <a:miter lim="8000"/>
            <a:headEnd len="sm" w="sm" type="none"/>
            <a:tailEnd len="sm" w="sm" type="none"/>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3215">
              <a:solidFill>
                <a:srgbClr val="FFFFFF"/>
              </a:solidFill>
              <a:latin typeface="Calibri"/>
              <a:ea typeface="Calibri"/>
              <a:cs typeface="Calibri"/>
              <a:sym typeface="Calibri"/>
            </a:endParaRPr>
          </a:p>
        </p:txBody>
      </p:sp>
      <p:sp>
        <p:nvSpPr>
          <p:cNvPr id="495" name="Google Shape;495;g3f6b58e047c_0_119"/>
          <p:cNvSpPr txBox="1"/>
          <p:nvPr/>
        </p:nvSpPr>
        <p:spPr>
          <a:xfrm>
            <a:off x="259325" y="4664003"/>
            <a:ext cx="503400" cy="2457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0" lang="en-US" sz="1596">
                <a:solidFill>
                  <a:srgbClr val="5D6C7B"/>
                </a:solidFill>
                <a:latin typeface="IBM Plex Sans"/>
                <a:ea typeface="IBM Plex Sans"/>
                <a:cs typeface="IBM Plex Sans"/>
                <a:sym typeface="IBM Plex Sans"/>
              </a:rPr>
              <a:t>4</a:t>
            </a:r>
            <a:endParaRPr sz="2567"/>
          </a:p>
        </p:txBody>
      </p:sp>
      <p:sp>
        <p:nvSpPr>
          <p:cNvPr id="496" name="Google Shape;496;g3f6b58e047c_0_119"/>
          <p:cNvSpPr txBox="1"/>
          <p:nvPr/>
        </p:nvSpPr>
        <p:spPr>
          <a:xfrm>
            <a:off x="762809" y="4664003"/>
            <a:ext cx="4886400" cy="245700"/>
          </a:xfrm>
          <a:prstGeom prst="rect">
            <a:avLst/>
          </a:prstGeom>
          <a:noFill/>
          <a:ln>
            <a:noFill/>
          </a:ln>
        </p:spPr>
        <p:txBody>
          <a:bodyPr anchorCtr="0" anchor="ctr" bIns="0" lIns="29150" spcFirstLastPara="1" rIns="29150" wrap="square" tIns="0">
            <a:spAutoFit/>
          </a:bodyPr>
          <a:lstStyle/>
          <a:p>
            <a:pPr indent="0" lvl="0" marL="0" marR="0" rtl="0" algn="l">
              <a:spcBef>
                <a:spcPts val="0"/>
              </a:spcBef>
              <a:spcAft>
                <a:spcPts val="0"/>
              </a:spcAft>
              <a:buNone/>
            </a:pPr>
            <a:r>
              <a:rPr b="0" lang="en-US" sz="1596">
                <a:solidFill>
                  <a:srgbClr val="1B2733"/>
                </a:solidFill>
                <a:latin typeface="IBM Plex Sans"/>
                <a:ea typeface="IBM Plex Sans"/>
                <a:cs typeface="IBM Plex Sans"/>
                <a:sym typeface="IBM Plex Sans"/>
              </a:rPr>
              <a:t>Deployment</a:t>
            </a:r>
            <a:r>
              <a:rPr lang="en-US" sz="1596">
                <a:solidFill>
                  <a:srgbClr val="1B2733"/>
                </a:solidFill>
                <a:latin typeface="IBM Plex Sans"/>
                <a:ea typeface="IBM Plex Sans"/>
                <a:cs typeface="IBM Plex Sans"/>
                <a:sym typeface="IBM Plex Sans"/>
              </a:rPr>
              <a:t> </a:t>
            </a:r>
            <a:r>
              <a:rPr b="0" lang="en-US" sz="1596">
                <a:solidFill>
                  <a:srgbClr val="1B2733"/>
                </a:solidFill>
                <a:latin typeface="IBM Plex Sans"/>
                <a:ea typeface="IBM Plex Sans"/>
                <a:cs typeface="IBM Plex Sans"/>
                <a:sym typeface="IBM Plex Sans"/>
              </a:rPr>
              <a:t>ke Sistem Existing</a:t>
            </a:r>
            <a:endParaRPr sz="2567"/>
          </a:p>
        </p:txBody>
      </p:sp>
      <p:sp>
        <p:nvSpPr>
          <p:cNvPr id="497" name="Google Shape;497;g3f6b58e047c_0_119"/>
          <p:cNvSpPr txBox="1"/>
          <p:nvPr/>
        </p:nvSpPr>
        <p:spPr>
          <a:xfrm>
            <a:off x="5649565" y="4664003"/>
            <a:ext cx="962700" cy="2244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1" lang="en-US" sz="1458">
                <a:solidFill>
                  <a:srgbClr val="0A2A5E"/>
                </a:solidFill>
                <a:latin typeface="IBM Plex Sans"/>
                <a:ea typeface="IBM Plex Sans"/>
                <a:cs typeface="IBM Plex Sans"/>
                <a:sym typeface="IBM Plex Sans"/>
              </a:rPr>
              <a:t>2</a:t>
            </a:r>
            <a:endParaRPr sz="2267"/>
          </a:p>
        </p:txBody>
      </p:sp>
      <p:sp>
        <p:nvSpPr>
          <p:cNvPr id="498" name="Google Shape;498;g3f6b58e047c_0_119"/>
          <p:cNvSpPr/>
          <p:nvPr/>
        </p:nvSpPr>
        <p:spPr>
          <a:xfrm>
            <a:off x="8092944" y="4767662"/>
            <a:ext cx="148200" cy="162600"/>
          </a:xfrm>
          <a:prstGeom prst="roundRect">
            <a:avLst>
              <a:gd fmla="val 35000" name="adj"/>
            </a:avLst>
          </a:prstGeom>
          <a:solidFill>
            <a:srgbClr val="0057A8"/>
          </a:solidFill>
          <a:ln>
            <a:noFill/>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2915">
              <a:solidFill>
                <a:srgbClr val="FFFFFF"/>
              </a:solidFill>
              <a:latin typeface="Calibri"/>
              <a:ea typeface="Calibri"/>
              <a:cs typeface="Calibri"/>
              <a:sym typeface="Calibri"/>
            </a:endParaRPr>
          </a:p>
        </p:txBody>
      </p:sp>
      <p:sp>
        <p:nvSpPr>
          <p:cNvPr id="499" name="Google Shape;499;g3f6b58e047c_0_119"/>
          <p:cNvSpPr/>
          <p:nvPr/>
        </p:nvSpPr>
        <p:spPr>
          <a:xfrm>
            <a:off x="259325" y="5034211"/>
            <a:ext cx="17770800" cy="355500"/>
          </a:xfrm>
          <a:prstGeom prst="rect">
            <a:avLst/>
          </a:prstGeom>
          <a:solidFill>
            <a:srgbClr val="E7F0F9"/>
          </a:solidFill>
          <a:ln>
            <a:noFill/>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3215">
              <a:solidFill>
                <a:srgbClr val="FFFFFF"/>
              </a:solidFill>
              <a:latin typeface="Calibri"/>
              <a:ea typeface="Calibri"/>
              <a:cs typeface="Calibri"/>
              <a:sym typeface="Calibri"/>
            </a:endParaRPr>
          </a:p>
        </p:txBody>
      </p:sp>
      <p:sp>
        <p:nvSpPr>
          <p:cNvPr id="500" name="Google Shape;500;g3f6b58e047c_0_119"/>
          <p:cNvSpPr txBox="1"/>
          <p:nvPr/>
        </p:nvSpPr>
        <p:spPr>
          <a:xfrm>
            <a:off x="407408" y="5034213"/>
            <a:ext cx="11846700" cy="245700"/>
          </a:xfrm>
          <a:prstGeom prst="rect">
            <a:avLst/>
          </a:prstGeom>
          <a:noFill/>
          <a:ln>
            <a:noFill/>
          </a:ln>
        </p:spPr>
        <p:txBody>
          <a:bodyPr anchorCtr="0" anchor="ctr" bIns="0" lIns="29150" spcFirstLastPara="1" rIns="29150" wrap="square" tIns="0">
            <a:spAutoFit/>
          </a:bodyPr>
          <a:lstStyle/>
          <a:p>
            <a:pPr indent="0" lvl="0" marL="0" marR="0" rtl="0" algn="l">
              <a:spcBef>
                <a:spcPts val="0"/>
              </a:spcBef>
              <a:spcAft>
                <a:spcPts val="0"/>
              </a:spcAft>
              <a:buNone/>
            </a:pPr>
            <a:r>
              <a:rPr b="1" lang="en-US" sz="1596">
                <a:solidFill>
                  <a:srgbClr val="0A2A5E"/>
                </a:solidFill>
                <a:latin typeface="IBM Plex Sans"/>
                <a:ea typeface="IBM Plex Sans"/>
                <a:cs typeface="IBM Plex Sans"/>
                <a:sym typeface="IBM Plex Sans"/>
              </a:rPr>
              <a:t>Fase 2 — Feature Development   ·   5 mandays</a:t>
            </a:r>
            <a:endParaRPr sz="2567"/>
          </a:p>
        </p:txBody>
      </p:sp>
      <p:sp>
        <p:nvSpPr>
          <p:cNvPr id="501" name="Google Shape;501;g3f6b58e047c_0_119"/>
          <p:cNvSpPr/>
          <p:nvPr/>
        </p:nvSpPr>
        <p:spPr>
          <a:xfrm>
            <a:off x="259325" y="5329349"/>
            <a:ext cx="17770800" cy="370200"/>
          </a:xfrm>
          <a:prstGeom prst="rect">
            <a:avLst/>
          </a:prstGeom>
          <a:solidFill>
            <a:srgbClr val="FFFFFF"/>
          </a:solidFill>
          <a:ln cap="flat" cmpd="sng" w="15425">
            <a:solidFill>
              <a:srgbClr val="D7E0E9"/>
            </a:solidFill>
            <a:prstDash val="solid"/>
            <a:miter lim="8000"/>
            <a:headEnd len="sm" w="sm" type="none"/>
            <a:tailEnd len="sm" w="sm" type="none"/>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3215">
              <a:solidFill>
                <a:srgbClr val="FFFFFF"/>
              </a:solidFill>
              <a:latin typeface="Calibri"/>
              <a:ea typeface="Calibri"/>
              <a:cs typeface="Calibri"/>
              <a:sym typeface="Calibri"/>
            </a:endParaRPr>
          </a:p>
        </p:txBody>
      </p:sp>
      <p:sp>
        <p:nvSpPr>
          <p:cNvPr id="502" name="Google Shape;502;g3f6b58e047c_0_119"/>
          <p:cNvSpPr txBox="1"/>
          <p:nvPr/>
        </p:nvSpPr>
        <p:spPr>
          <a:xfrm>
            <a:off x="259325" y="5329351"/>
            <a:ext cx="503400" cy="2457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0" lang="en-US" sz="1596">
                <a:solidFill>
                  <a:srgbClr val="5D6C7B"/>
                </a:solidFill>
                <a:latin typeface="IBM Plex Sans"/>
                <a:ea typeface="IBM Plex Sans"/>
                <a:cs typeface="IBM Plex Sans"/>
                <a:sym typeface="IBM Plex Sans"/>
              </a:rPr>
              <a:t>7</a:t>
            </a:r>
            <a:endParaRPr sz="2567"/>
          </a:p>
        </p:txBody>
      </p:sp>
      <p:sp>
        <p:nvSpPr>
          <p:cNvPr id="503" name="Google Shape;503;g3f6b58e047c_0_119"/>
          <p:cNvSpPr txBox="1"/>
          <p:nvPr/>
        </p:nvSpPr>
        <p:spPr>
          <a:xfrm>
            <a:off x="762809" y="5329351"/>
            <a:ext cx="4886400" cy="245700"/>
          </a:xfrm>
          <a:prstGeom prst="rect">
            <a:avLst/>
          </a:prstGeom>
          <a:noFill/>
          <a:ln>
            <a:noFill/>
          </a:ln>
        </p:spPr>
        <p:txBody>
          <a:bodyPr anchorCtr="0" anchor="ctr" bIns="0" lIns="29150" spcFirstLastPara="1" rIns="29150" wrap="square" tIns="0">
            <a:spAutoFit/>
          </a:bodyPr>
          <a:lstStyle/>
          <a:p>
            <a:pPr indent="0" lvl="0" marL="0" marR="0" rtl="0" algn="l">
              <a:spcBef>
                <a:spcPts val="0"/>
              </a:spcBef>
              <a:spcAft>
                <a:spcPts val="0"/>
              </a:spcAft>
              <a:buNone/>
            </a:pPr>
            <a:r>
              <a:rPr b="0" lang="en-US" sz="1596">
                <a:solidFill>
                  <a:srgbClr val="1B2733"/>
                </a:solidFill>
                <a:latin typeface="IBM Plex Sans"/>
                <a:ea typeface="IBM Plex Sans"/>
                <a:cs typeface="IBM Plex Sans"/>
                <a:sym typeface="IBM Plex Sans"/>
              </a:rPr>
              <a:t>Vehicle Violation Detection</a:t>
            </a:r>
            <a:endParaRPr sz="2567"/>
          </a:p>
        </p:txBody>
      </p:sp>
      <p:sp>
        <p:nvSpPr>
          <p:cNvPr id="504" name="Google Shape;504;g3f6b58e047c_0_119"/>
          <p:cNvSpPr txBox="1"/>
          <p:nvPr/>
        </p:nvSpPr>
        <p:spPr>
          <a:xfrm>
            <a:off x="5649565" y="5329351"/>
            <a:ext cx="962700" cy="2244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1" lang="en-US" sz="1458">
                <a:solidFill>
                  <a:srgbClr val="0A2A5E"/>
                </a:solidFill>
                <a:latin typeface="IBM Plex Sans"/>
                <a:ea typeface="IBM Plex Sans"/>
                <a:cs typeface="IBM Plex Sans"/>
                <a:sym typeface="IBM Plex Sans"/>
              </a:rPr>
              <a:t>5</a:t>
            </a:r>
            <a:endParaRPr sz="2267"/>
          </a:p>
        </p:txBody>
      </p:sp>
      <p:sp>
        <p:nvSpPr>
          <p:cNvPr id="505" name="Google Shape;505;g3f6b58e047c_0_119"/>
          <p:cNvSpPr/>
          <p:nvPr/>
        </p:nvSpPr>
        <p:spPr>
          <a:xfrm>
            <a:off x="8300260" y="5433009"/>
            <a:ext cx="459000" cy="162600"/>
          </a:xfrm>
          <a:prstGeom prst="roundRect">
            <a:avLst>
              <a:gd fmla="val 35000" name="adj"/>
            </a:avLst>
          </a:prstGeom>
          <a:solidFill>
            <a:srgbClr val="0057A8"/>
          </a:solidFill>
          <a:ln>
            <a:noFill/>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2915">
              <a:solidFill>
                <a:srgbClr val="FFFFFF"/>
              </a:solidFill>
              <a:latin typeface="Calibri"/>
              <a:ea typeface="Calibri"/>
              <a:cs typeface="Calibri"/>
              <a:sym typeface="Calibri"/>
            </a:endParaRPr>
          </a:p>
        </p:txBody>
      </p:sp>
      <p:sp>
        <p:nvSpPr>
          <p:cNvPr id="506" name="Google Shape;506;g3f6b58e047c_0_119"/>
          <p:cNvSpPr/>
          <p:nvPr/>
        </p:nvSpPr>
        <p:spPr>
          <a:xfrm>
            <a:off x="258600" y="5699504"/>
            <a:ext cx="17770800" cy="355500"/>
          </a:xfrm>
          <a:prstGeom prst="rect">
            <a:avLst/>
          </a:prstGeom>
          <a:solidFill>
            <a:srgbClr val="E7F0F9"/>
          </a:solidFill>
          <a:ln>
            <a:noFill/>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3215">
              <a:solidFill>
                <a:srgbClr val="FFFFFF"/>
              </a:solidFill>
              <a:latin typeface="Calibri"/>
              <a:ea typeface="Calibri"/>
              <a:cs typeface="Calibri"/>
              <a:sym typeface="Calibri"/>
            </a:endParaRPr>
          </a:p>
        </p:txBody>
      </p:sp>
      <p:sp>
        <p:nvSpPr>
          <p:cNvPr id="507" name="Google Shape;507;g3f6b58e047c_0_119"/>
          <p:cNvSpPr/>
          <p:nvPr/>
        </p:nvSpPr>
        <p:spPr>
          <a:xfrm>
            <a:off x="259325" y="6062214"/>
            <a:ext cx="17770800" cy="370200"/>
          </a:xfrm>
          <a:prstGeom prst="rect">
            <a:avLst/>
          </a:prstGeom>
          <a:solidFill>
            <a:srgbClr val="F4F6F9"/>
          </a:solidFill>
          <a:ln cap="flat" cmpd="sng" w="15425">
            <a:solidFill>
              <a:srgbClr val="D7E0E9"/>
            </a:solidFill>
            <a:prstDash val="solid"/>
            <a:miter lim="8000"/>
            <a:headEnd len="sm" w="sm" type="none"/>
            <a:tailEnd len="sm" w="sm" type="none"/>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3215">
              <a:solidFill>
                <a:srgbClr val="FFFFFF"/>
              </a:solidFill>
              <a:latin typeface="Calibri"/>
              <a:ea typeface="Calibri"/>
              <a:cs typeface="Calibri"/>
              <a:sym typeface="Calibri"/>
            </a:endParaRPr>
          </a:p>
        </p:txBody>
      </p:sp>
      <p:sp>
        <p:nvSpPr>
          <p:cNvPr id="508" name="Google Shape;508;g3f6b58e047c_0_119"/>
          <p:cNvSpPr txBox="1"/>
          <p:nvPr/>
        </p:nvSpPr>
        <p:spPr>
          <a:xfrm>
            <a:off x="259325" y="6117222"/>
            <a:ext cx="503400" cy="2457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0" lang="en-US" sz="1596">
                <a:solidFill>
                  <a:srgbClr val="5D6C7B"/>
                </a:solidFill>
                <a:latin typeface="IBM Plex Sans"/>
                <a:ea typeface="IBM Plex Sans"/>
                <a:cs typeface="IBM Plex Sans"/>
                <a:sym typeface="IBM Plex Sans"/>
              </a:rPr>
              <a:t>8</a:t>
            </a:r>
            <a:endParaRPr sz="2567"/>
          </a:p>
        </p:txBody>
      </p:sp>
      <p:sp>
        <p:nvSpPr>
          <p:cNvPr id="509" name="Google Shape;509;g3f6b58e047c_0_119"/>
          <p:cNvSpPr txBox="1"/>
          <p:nvPr/>
        </p:nvSpPr>
        <p:spPr>
          <a:xfrm>
            <a:off x="762809" y="6117222"/>
            <a:ext cx="4886400" cy="245700"/>
          </a:xfrm>
          <a:prstGeom prst="rect">
            <a:avLst/>
          </a:prstGeom>
          <a:noFill/>
          <a:ln>
            <a:noFill/>
          </a:ln>
        </p:spPr>
        <p:txBody>
          <a:bodyPr anchorCtr="0" anchor="ctr" bIns="0" lIns="29150" spcFirstLastPara="1" rIns="29150" wrap="square" tIns="0">
            <a:spAutoFit/>
          </a:bodyPr>
          <a:lstStyle/>
          <a:p>
            <a:pPr indent="0" lvl="0" marL="0" marR="0" rtl="0" algn="l">
              <a:spcBef>
                <a:spcPts val="0"/>
              </a:spcBef>
              <a:spcAft>
                <a:spcPts val="0"/>
              </a:spcAft>
              <a:buNone/>
            </a:pPr>
            <a:r>
              <a:rPr b="0" lang="en-US" sz="1596">
                <a:solidFill>
                  <a:srgbClr val="1B2733"/>
                </a:solidFill>
                <a:latin typeface="IBM Plex Sans"/>
                <a:ea typeface="IBM Plex Sans"/>
                <a:cs typeface="IBM Plex Sans"/>
                <a:sym typeface="IBM Plex Sans"/>
              </a:rPr>
              <a:t>Integrasi Seluruh Modul &amp; End-to-End Testing</a:t>
            </a:r>
            <a:endParaRPr sz="2567"/>
          </a:p>
        </p:txBody>
      </p:sp>
      <p:sp>
        <p:nvSpPr>
          <p:cNvPr id="510" name="Google Shape;510;g3f6b58e047c_0_119"/>
          <p:cNvSpPr txBox="1"/>
          <p:nvPr/>
        </p:nvSpPr>
        <p:spPr>
          <a:xfrm>
            <a:off x="5641758" y="6113351"/>
            <a:ext cx="962700" cy="2244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1" lang="en-US" sz="1458">
                <a:solidFill>
                  <a:srgbClr val="0A2A5E"/>
                </a:solidFill>
                <a:latin typeface="IBM Plex Sans"/>
                <a:ea typeface="IBM Plex Sans"/>
                <a:cs typeface="IBM Plex Sans"/>
                <a:sym typeface="IBM Plex Sans"/>
              </a:rPr>
              <a:t>4</a:t>
            </a:r>
            <a:endParaRPr sz="2267"/>
          </a:p>
        </p:txBody>
      </p:sp>
      <p:sp>
        <p:nvSpPr>
          <p:cNvPr id="511" name="Google Shape;511;g3f6b58e047c_0_119"/>
          <p:cNvSpPr/>
          <p:nvPr/>
        </p:nvSpPr>
        <p:spPr>
          <a:xfrm>
            <a:off x="11367424" y="6158781"/>
            <a:ext cx="355500" cy="162600"/>
          </a:xfrm>
          <a:prstGeom prst="roundRect">
            <a:avLst>
              <a:gd fmla="val 35000" name="adj"/>
            </a:avLst>
          </a:prstGeom>
          <a:solidFill>
            <a:srgbClr val="0057A8"/>
          </a:solidFill>
          <a:ln>
            <a:noFill/>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2915">
              <a:solidFill>
                <a:srgbClr val="FFFFFF"/>
              </a:solidFill>
              <a:latin typeface="Calibri"/>
              <a:ea typeface="Calibri"/>
              <a:cs typeface="Calibri"/>
              <a:sym typeface="Calibri"/>
            </a:endParaRPr>
          </a:p>
        </p:txBody>
      </p:sp>
      <p:sp>
        <p:nvSpPr>
          <p:cNvPr id="512" name="Google Shape;512;g3f6b58e047c_0_119"/>
          <p:cNvSpPr txBox="1"/>
          <p:nvPr/>
        </p:nvSpPr>
        <p:spPr>
          <a:xfrm>
            <a:off x="376158" y="5758044"/>
            <a:ext cx="11846700" cy="245700"/>
          </a:xfrm>
          <a:prstGeom prst="rect">
            <a:avLst/>
          </a:prstGeom>
          <a:noFill/>
          <a:ln>
            <a:noFill/>
          </a:ln>
        </p:spPr>
        <p:txBody>
          <a:bodyPr anchorCtr="0" anchor="ctr" bIns="0" lIns="29150" spcFirstLastPara="1" rIns="29150" wrap="square" tIns="0">
            <a:spAutoFit/>
          </a:bodyPr>
          <a:lstStyle/>
          <a:p>
            <a:pPr indent="0" lvl="0" marL="0" marR="0" rtl="0" algn="l">
              <a:spcBef>
                <a:spcPts val="0"/>
              </a:spcBef>
              <a:spcAft>
                <a:spcPts val="0"/>
              </a:spcAft>
              <a:buNone/>
            </a:pPr>
            <a:r>
              <a:rPr b="1" lang="en-US" sz="1596">
                <a:solidFill>
                  <a:srgbClr val="0A2A5E"/>
                </a:solidFill>
                <a:latin typeface="IBM Plex Sans"/>
                <a:ea typeface="IBM Plex Sans"/>
                <a:cs typeface="IBM Plex Sans"/>
                <a:sym typeface="IBM Plex Sans"/>
              </a:rPr>
              <a:t>Fase 3 — Platform Integration   ·   25 mandays</a:t>
            </a:r>
            <a:endParaRPr sz="2567"/>
          </a:p>
        </p:txBody>
      </p:sp>
      <p:sp>
        <p:nvSpPr>
          <p:cNvPr id="513" name="Google Shape;513;g3f6b58e047c_0_119"/>
          <p:cNvSpPr/>
          <p:nvPr/>
        </p:nvSpPr>
        <p:spPr>
          <a:xfrm>
            <a:off x="259325" y="6425167"/>
            <a:ext cx="17770800" cy="370200"/>
          </a:xfrm>
          <a:prstGeom prst="rect">
            <a:avLst/>
          </a:prstGeom>
          <a:solidFill>
            <a:srgbClr val="FFFFFF"/>
          </a:solidFill>
          <a:ln cap="flat" cmpd="sng" w="15425">
            <a:solidFill>
              <a:srgbClr val="D7E0E9"/>
            </a:solidFill>
            <a:prstDash val="solid"/>
            <a:miter lim="8000"/>
            <a:headEnd len="sm" w="sm" type="none"/>
            <a:tailEnd len="sm" w="sm" type="none"/>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3215">
              <a:solidFill>
                <a:srgbClr val="FFFFFF"/>
              </a:solidFill>
              <a:latin typeface="Calibri"/>
              <a:ea typeface="Calibri"/>
              <a:cs typeface="Calibri"/>
              <a:sym typeface="Calibri"/>
            </a:endParaRPr>
          </a:p>
        </p:txBody>
      </p:sp>
      <p:sp>
        <p:nvSpPr>
          <p:cNvPr id="514" name="Google Shape;514;g3f6b58e047c_0_119"/>
          <p:cNvSpPr txBox="1"/>
          <p:nvPr/>
        </p:nvSpPr>
        <p:spPr>
          <a:xfrm>
            <a:off x="259325" y="6425170"/>
            <a:ext cx="503400" cy="2457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0" lang="en-US" sz="1596">
                <a:solidFill>
                  <a:srgbClr val="5D6C7B"/>
                </a:solidFill>
                <a:latin typeface="IBM Plex Sans"/>
                <a:ea typeface="IBM Plex Sans"/>
                <a:cs typeface="IBM Plex Sans"/>
                <a:sym typeface="IBM Plex Sans"/>
              </a:rPr>
              <a:t>9</a:t>
            </a:r>
            <a:endParaRPr sz="2567"/>
          </a:p>
        </p:txBody>
      </p:sp>
      <p:sp>
        <p:nvSpPr>
          <p:cNvPr id="515" name="Google Shape;515;g3f6b58e047c_0_119"/>
          <p:cNvSpPr txBox="1"/>
          <p:nvPr/>
        </p:nvSpPr>
        <p:spPr>
          <a:xfrm>
            <a:off x="762809" y="6425170"/>
            <a:ext cx="4886400" cy="245700"/>
          </a:xfrm>
          <a:prstGeom prst="rect">
            <a:avLst/>
          </a:prstGeom>
          <a:noFill/>
          <a:ln>
            <a:noFill/>
          </a:ln>
        </p:spPr>
        <p:txBody>
          <a:bodyPr anchorCtr="0" anchor="ctr" bIns="0" lIns="29150" spcFirstLastPara="1" rIns="29150" wrap="square" tIns="0">
            <a:spAutoFit/>
          </a:bodyPr>
          <a:lstStyle/>
          <a:p>
            <a:pPr indent="0" lvl="0" marL="0" marR="0" rtl="0" algn="l">
              <a:spcBef>
                <a:spcPts val="0"/>
              </a:spcBef>
              <a:spcAft>
                <a:spcPts val="0"/>
              </a:spcAft>
              <a:buNone/>
            </a:pPr>
            <a:r>
              <a:rPr b="0" lang="en-US" sz="1596">
                <a:solidFill>
                  <a:srgbClr val="1B2733"/>
                </a:solidFill>
                <a:latin typeface="IBM Plex Sans"/>
                <a:ea typeface="IBM Plex Sans"/>
                <a:cs typeface="IBM Plex Sans"/>
                <a:sym typeface="IBM Plex Sans"/>
              </a:rPr>
              <a:t>Develop Backend FastAPI</a:t>
            </a:r>
            <a:endParaRPr sz="2567"/>
          </a:p>
        </p:txBody>
      </p:sp>
      <p:sp>
        <p:nvSpPr>
          <p:cNvPr id="516" name="Google Shape;516;g3f6b58e047c_0_119"/>
          <p:cNvSpPr txBox="1"/>
          <p:nvPr/>
        </p:nvSpPr>
        <p:spPr>
          <a:xfrm>
            <a:off x="5649565" y="6425170"/>
            <a:ext cx="962700" cy="2244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1" lang="en-US" sz="1458">
                <a:solidFill>
                  <a:srgbClr val="0A2A5E"/>
                </a:solidFill>
                <a:latin typeface="IBM Plex Sans"/>
                <a:ea typeface="IBM Plex Sans"/>
                <a:cs typeface="IBM Plex Sans"/>
                <a:sym typeface="IBM Plex Sans"/>
              </a:rPr>
              <a:t>15</a:t>
            </a:r>
            <a:endParaRPr sz="2267"/>
          </a:p>
        </p:txBody>
      </p:sp>
      <p:sp>
        <p:nvSpPr>
          <p:cNvPr id="517" name="Google Shape;517;g3f6b58e047c_0_119"/>
          <p:cNvSpPr/>
          <p:nvPr/>
        </p:nvSpPr>
        <p:spPr>
          <a:xfrm>
            <a:off x="8799837" y="6532603"/>
            <a:ext cx="1495500" cy="162600"/>
          </a:xfrm>
          <a:prstGeom prst="roundRect">
            <a:avLst>
              <a:gd fmla="val 35000" name="adj"/>
            </a:avLst>
          </a:prstGeom>
          <a:solidFill>
            <a:srgbClr val="0057A8"/>
          </a:solidFill>
          <a:ln>
            <a:noFill/>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2915">
              <a:solidFill>
                <a:srgbClr val="FFFFFF"/>
              </a:solidFill>
              <a:latin typeface="Calibri"/>
              <a:ea typeface="Calibri"/>
              <a:cs typeface="Calibri"/>
              <a:sym typeface="Calibri"/>
            </a:endParaRPr>
          </a:p>
        </p:txBody>
      </p:sp>
      <p:sp>
        <p:nvSpPr>
          <p:cNvPr id="518" name="Google Shape;518;g3f6b58e047c_0_119"/>
          <p:cNvSpPr/>
          <p:nvPr/>
        </p:nvSpPr>
        <p:spPr>
          <a:xfrm>
            <a:off x="259325" y="6795375"/>
            <a:ext cx="17770800" cy="370200"/>
          </a:xfrm>
          <a:prstGeom prst="rect">
            <a:avLst/>
          </a:prstGeom>
          <a:solidFill>
            <a:srgbClr val="F4F6F9"/>
          </a:solidFill>
          <a:ln cap="flat" cmpd="sng" w="15425">
            <a:solidFill>
              <a:srgbClr val="D7E0E9"/>
            </a:solidFill>
            <a:prstDash val="solid"/>
            <a:miter lim="8000"/>
            <a:headEnd len="sm" w="sm" type="none"/>
            <a:tailEnd len="sm" w="sm" type="none"/>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3215">
              <a:solidFill>
                <a:srgbClr val="FFFFFF"/>
              </a:solidFill>
              <a:latin typeface="Calibri"/>
              <a:ea typeface="Calibri"/>
              <a:cs typeface="Calibri"/>
              <a:sym typeface="Calibri"/>
            </a:endParaRPr>
          </a:p>
        </p:txBody>
      </p:sp>
      <p:sp>
        <p:nvSpPr>
          <p:cNvPr id="519" name="Google Shape;519;g3f6b58e047c_0_119"/>
          <p:cNvSpPr txBox="1"/>
          <p:nvPr/>
        </p:nvSpPr>
        <p:spPr>
          <a:xfrm>
            <a:off x="259325" y="6795379"/>
            <a:ext cx="503400" cy="2457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0" lang="en-US" sz="1596">
                <a:solidFill>
                  <a:srgbClr val="5D6C7B"/>
                </a:solidFill>
                <a:latin typeface="IBM Plex Sans"/>
                <a:ea typeface="IBM Plex Sans"/>
                <a:cs typeface="IBM Plex Sans"/>
                <a:sym typeface="IBM Plex Sans"/>
              </a:rPr>
              <a:t>10</a:t>
            </a:r>
            <a:endParaRPr sz="2567"/>
          </a:p>
        </p:txBody>
      </p:sp>
      <p:sp>
        <p:nvSpPr>
          <p:cNvPr id="520" name="Google Shape;520;g3f6b58e047c_0_119"/>
          <p:cNvSpPr txBox="1"/>
          <p:nvPr/>
        </p:nvSpPr>
        <p:spPr>
          <a:xfrm>
            <a:off x="762809" y="6795379"/>
            <a:ext cx="4886400" cy="245700"/>
          </a:xfrm>
          <a:prstGeom prst="rect">
            <a:avLst/>
          </a:prstGeom>
          <a:noFill/>
          <a:ln>
            <a:noFill/>
          </a:ln>
        </p:spPr>
        <p:txBody>
          <a:bodyPr anchorCtr="0" anchor="ctr" bIns="0" lIns="29150" spcFirstLastPara="1" rIns="29150" wrap="square" tIns="0">
            <a:spAutoFit/>
          </a:bodyPr>
          <a:lstStyle/>
          <a:p>
            <a:pPr indent="0" lvl="0" marL="0" marR="0" rtl="0" algn="l">
              <a:spcBef>
                <a:spcPts val="0"/>
              </a:spcBef>
              <a:spcAft>
                <a:spcPts val="0"/>
              </a:spcAft>
              <a:buNone/>
            </a:pPr>
            <a:r>
              <a:rPr b="0" lang="en-US" sz="1596">
                <a:solidFill>
                  <a:srgbClr val="1B2733"/>
                </a:solidFill>
                <a:latin typeface="IBM Plex Sans"/>
                <a:ea typeface="IBM Plex Sans"/>
                <a:cs typeface="IBM Plex Sans"/>
                <a:sym typeface="IBM Plex Sans"/>
              </a:rPr>
              <a:t>Pengembangan Dashboard Terpusat (React)</a:t>
            </a:r>
            <a:endParaRPr sz="2567"/>
          </a:p>
        </p:txBody>
      </p:sp>
      <p:sp>
        <p:nvSpPr>
          <p:cNvPr id="521" name="Google Shape;521;g3f6b58e047c_0_119"/>
          <p:cNvSpPr txBox="1"/>
          <p:nvPr/>
        </p:nvSpPr>
        <p:spPr>
          <a:xfrm>
            <a:off x="5649565" y="6795379"/>
            <a:ext cx="962700" cy="2244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1" lang="en-US" sz="1458">
                <a:solidFill>
                  <a:srgbClr val="0A2A5E"/>
                </a:solidFill>
                <a:latin typeface="IBM Plex Sans"/>
                <a:ea typeface="IBM Plex Sans"/>
                <a:cs typeface="IBM Plex Sans"/>
                <a:sym typeface="IBM Plex Sans"/>
              </a:rPr>
              <a:t>5</a:t>
            </a:r>
            <a:endParaRPr sz="2267"/>
          </a:p>
        </p:txBody>
      </p:sp>
      <p:sp>
        <p:nvSpPr>
          <p:cNvPr id="522" name="Google Shape;522;g3f6b58e047c_0_119"/>
          <p:cNvSpPr/>
          <p:nvPr/>
        </p:nvSpPr>
        <p:spPr>
          <a:xfrm>
            <a:off x="10269589" y="6899175"/>
            <a:ext cx="459000" cy="162600"/>
          </a:xfrm>
          <a:prstGeom prst="roundRect">
            <a:avLst>
              <a:gd fmla="val 35000" name="adj"/>
            </a:avLst>
          </a:prstGeom>
          <a:solidFill>
            <a:srgbClr val="0057A8"/>
          </a:solidFill>
          <a:ln>
            <a:noFill/>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2915">
              <a:solidFill>
                <a:srgbClr val="FFFFFF"/>
              </a:solidFill>
              <a:latin typeface="Calibri"/>
              <a:ea typeface="Calibri"/>
              <a:cs typeface="Calibri"/>
              <a:sym typeface="Calibri"/>
            </a:endParaRPr>
          </a:p>
        </p:txBody>
      </p:sp>
      <p:sp>
        <p:nvSpPr>
          <p:cNvPr id="523" name="Google Shape;523;g3f6b58e047c_0_119"/>
          <p:cNvSpPr/>
          <p:nvPr/>
        </p:nvSpPr>
        <p:spPr>
          <a:xfrm>
            <a:off x="259325" y="7165584"/>
            <a:ext cx="17770800" cy="370200"/>
          </a:xfrm>
          <a:prstGeom prst="rect">
            <a:avLst/>
          </a:prstGeom>
          <a:solidFill>
            <a:srgbClr val="FFFFFF"/>
          </a:solidFill>
          <a:ln cap="flat" cmpd="sng" w="15425">
            <a:solidFill>
              <a:srgbClr val="D7E0E9"/>
            </a:solidFill>
            <a:prstDash val="solid"/>
            <a:miter lim="8000"/>
            <a:headEnd len="sm" w="sm" type="none"/>
            <a:tailEnd len="sm" w="sm" type="none"/>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3215">
              <a:solidFill>
                <a:srgbClr val="FFFFFF"/>
              </a:solidFill>
              <a:latin typeface="Calibri"/>
              <a:ea typeface="Calibri"/>
              <a:cs typeface="Calibri"/>
              <a:sym typeface="Calibri"/>
            </a:endParaRPr>
          </a:p>
        </p:txBody>
      </p:sp>
      <p:sp>
        <p:nvSpPr>
          <p:cNvPr id="524" name="Google Shape;524;g3f6b58e047c_0_119"/>
          <p:cNvSpPr txBox="1"/>
          <p:nvPr/>
        </p:nvSpPr>
        <p:spPr>
          <a:xfrm>
            <a:off x="259325" y="7165588"/>
            <a:ext cx="503400" cy="2457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0" lang="en-US" sz="1596">
                <a:solidFill>
                  <a:srgbClr val="5D6C7B"/>
                </a:solidFill>
                <a:latin typeface="IBM Plex Sans"/>
                <a:ea typeface="IBM Plex Sans"/>
                <a:cs typeface="IBM Plex Sans"/>
                <a:sym typeface="IBM Plex Sans"/>
              </a:rPr>
              <a:t>11</a:t>
            </a:r>
            <a:endParaRPr sz="2567"/>
          </a:p>
        </p:txBody>
      </p:sp>
      <p:sp>
        <p:nvSpPr>
          <p:cNvPr id="525" name="Google Shape;525;g3f6b58e047c_0_119"/>
          <p:cNvSpPr txBox="1"/>
          <p:nvPr/>
        </p:nvSpPr>
        <p:spPr>
          <a:xfrm>
            <a:off x="762809" y="7165588"/>
            <a:ext cx="4886400" cy="245700"/>
          </a:xfrm>
          <a:prstGeom prst="rect">
            <a:avLst/>
          </a:prstGeom>
          <a:noFill/>
          <a:ln>
            <a:noFill/>
          </a:ln>
        </p:spPr>
        <p:txBody>
          <a:bodyPr anchorCtr="0" anchor="ctr" bIns="0" lIns="29150" spcFirstLastPara="1" rIns="29150" wrap="square" tIns="0">
            <a:spAutoFit/>
          </a:bodyPr>
          <a:lstStyle/>
          <a:p>
            <a:pPr indent="0" lvl="0" marL="0" marR="0" rtl="0" algn="l">
              <a:spcBef>
                <a:spcPts val="0"/>
              </a:spcBef>
              <a:spcAft>
                <a:spcPts val="0"/>
              </a:spcAft>
              <a:buNone/>
            </a:pPr>
            <a:r>
              <a:rPr b="0" lang="en-US" sz="1596">
                <a:solidFill>
                  <a:srgbClr val="1B2733"/>
                </a:solidFill>
                <a:latin typeface="IBM Plex Sans"/>
                <a:ea typeface="IBM Plex Sans"/>
                <a:cs typeface="IBM Plex Sans"/>
                <a:sym typeface="IBM Plex Sans"/>
              </a:rPr>
              <a:t>Implementasi Sistem Notifikasi Resmi</a:t>
            </a:r>
            <a:endParaRPr sz="2567"/>
          </a:p>
        </p:txBody>
      </p:sp>
      <p:sp>
        <p:nvSpPr>
          <p:cNvPr id="526" name="Google Shape;526;g3f6b58e047c_0_119"/>
          <p:cNvSpPr txBox="1"/>
          <p:nvPr/>
        </p:nvSpPr>
        <p:spPr>
          <a:xfrm>
            <a:off x="5649565" y="7165588"/>
            <a:ext cx="962700" cy="2244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1" lang="en-US" sz="1458">
                <a:solidFill>
                  <a:srgbClr val="0A2A5E"/>
                </a:solidFill>
                <a:latin typeface="IBM Plex Sans"/>
                <a:ea typeface="IBM Plex Sans"/>
                <a:cs typeface="IBM Plex Sans"/>
                <a:sym typeface="IBM Plex Sans"/>
              </a:rPr>
              <a:t>5</a:t>
            </a:r>
            <a:endParaRPr sz="2267"/>
          </a:p>
        </p:txBody>
      </p:sp>
      <p:sp>
        <p:nvSpPr>
          <p:cNvPr id="527" name="Google Shape;527;g3f6b58e047c_0_119"/>
          <p:cNvSpPr/>
          <p:nvPr/>
        </p:nvSpPr>
        <p:spPr>
          <a:xfrm>
            <a:off x="10809400" y="7269246"/>
            <a:ext cx="459000" cy="162600"/>
          </a:xfrm>
          <a:prstGeom prst="roundRect">
            <a:avLst>
              <a:gd fmla="val 35000" name="adj"/>
            </a:avLst>
          </a:prstGeom>
          <a:solidFill>
            <a:srgbClr val="0057A8"/>
          </a:solidFill>
          <a:ln>
            <a:noFill/>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2915">
              <a:solidFill>
                <a:srgbClr val="FFFFFF"/>
              </a:solidFill>
              <a:latin typeface="Calibri"/>
              <a:ea typeface="Calibri"/>
              <a:cs typeface="Calibri"/>
              <a:sym typeface="Calibri"/>
            </a:endParaRPr>
          </a:p>
        </p:txBody>
      </p:sp>
      <p:sp>
        <p:nvSpPr>
          <p:cNvPr id="528" name="Google Shape;528;g3f6b58e047c_0_119"/>
          <p:cNvSpPr txBox="1"/>
          <p:nvPr/>
        </p:nvSpPr>
        <p:spPr>
          <a:xfrm>
            <a:off x="13671509" y="7250254"/>
            <a:ext cx="4294500" cy="189900"/>
          </a:xfrm>
          <a:prstGeom prst="rect">
            <a:avLst/>
          </a:prstGeom>
          <a:noFill/>
          <a:ln>
            <a:noFill/>
          </a:ln>
        </p:spPr>
        <p:txBody>
          <a:bodyPr anchorCtr="0" anchor="ctr" bIns="0" lIns="29150" spcFirstLastPara="1" rIns="29150" wrap="square" tIns="0">
            <a:spAutoFit/>
          </a:bodyPr>
          <a:lstStyle/>
          <a:p>
            <a:pPr indent="0" lvl="0" marL="0" marR="0" rtl="0" algn="l">
              <a:spcBef>
                <a:spcPts val="0"/>
              </a:spcBef>
              <a:spcAft>
                <a:spcPts val="0"/>
              </a:spcAft>
              <a:buNone/>
            </a:pPr>
            <a:r>
              <a:rPr b="0" lang="en-US" sz="1234">
                <a:solidFill>
                  <a:srgbClr val="E4002B"/>
                </a:solidFill>
                <a:latin typeface="IBM Plex Sans"/>
                <a:ea typeface="IBM Plex Sans"/>
                <a:cs typeface="IBM Plex Sans"/>
                <a:sym typeface="IBM Plex Sans"/>
              </a:rPr>
              <a:t>Perlu pengujian notifikasi via Teams</a:t>
            </a:r>
            <a:endParaRPr sz="2367"/>
          </a:p>
        </p:txBody>
      </p:sp>
      <p:sp>
        <p:nvSpPr>
          <p:cNvPr id="529" name="Google Shape;529;g3f6b58e047c_0_119"/>
          <p:cNvSpPr/>
          <p:nvPr/>
        </p:nvSpPr>
        <p:spPr>
          <a:xfrm>
            <a:off x="259325" y="7535793"/>
            <a:ext cx="17770800" cy="355500"/>
          </a:xfrm>
          <a:prstGeom prst="rect">
            <a:avLst/>
          </a:prstGeom>
          <a:solidFill>
            <a:srgbClr val="E7F0F9"/>
          </a:solidFill>
          <a:ln>
            <a:noFill/>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3215">
              <a:solidFill>
                <a:srgbClr val="FFFFFF"/>
              </a:solidFill>
              <a:latin typeface="Calibri"/>
              <a:ea typeface="Calibri"/>
              <a:cs typeface="Calibri"/>
              <a:sym typeface="Calibri"/>
            </a:endParaRPr>
          </a:p>
        </p:txBody>
      </p:sp>
      <p:sp>
        <p:nvSpPr>
          <p:cNvPr id="530" name="Google Shape;530;g3f6b58e047c_0_119"/>
          <p:cNvSpPr txBox="1"/>
          <p:nvPr/>
        </p:nvSpPr>
        <p:spPr>
          <a:xfrm>
            <a:off x="407408" y="7535797"/>
            <a:ext cx="11846700" cy="245700"/>
          </a:xfrm>
          <a:prstGeom prst="rect">
            <a:avLst/>
          </a:prstGeom>
          <a:noFill/>
          <a:ln>
            <a:noFill/>
          </a:ln>
        </p:spPr>
        <p:txBody>
          <a:bodyPr anchorCtr="0" anchor="ctr" bIns="0" lIns="29150" spcFirstLastPara="1" rIns="29150" wrap="square" tIns="0">
            <a:spAutoFit/>
          </a:bodyPr>
          <a:lstStyle/>
          <a:p>
            <a:pPr indent="0" lvl="0" marL="0" marR="0" rtl="0" algn="l">
              <a:spcBef>
                <a:spcPts val="0"/>
              </a:spcBef>
              <a:spcAft>
                <a:spcPts val="0"/>
              </a:spcAft>
              <a:buNone/>
            </a:pPr>
            <a:r>
              <a:rPr b="1" lang="en-US" sz="1596">
                <a:solidFill>
                  <a:srgbClr val="0A2A5E"/>
                </a:solidFill>
                <a:latin typeface="IBM Plex Sans"/>
                <a:ea typeface="IBM Plex Sans"/>
                <a:cs typeface="IBM Plex Sans"/>
                <a:sym typeface="IBM Plex Sans"/>
              </a:rPr>
              <a:t>Fase 4 — Pilot &amp; Evaluation   ·   18 mandays</a:t>
            </a:r>
            <a:endParaRPr sz="2567"/>
          </a:p>
        </p:txBody>
      </p:sp>
      <p:sp>
        <p:nvSpPr>
          <p:cNvPr id="531" name="Google Shape;531;g3f6b58e047c_0_119"/>
          <p:cNvSpPr/>
          <p:nvPr/>
        </p:nvSpPr>
        <p:spPr>
          <a:xfrm>
            <a:off x="259325" y="7891193"/>
            <a:ext cx="17770800" cy="370200"/>
          </a:xfrm>
          <a:prstGeom prst="rect">
            <a:avLst/>
          </a:prstGeom>
          <a:solidFill>
            <a:srgbClr val="FFFFFF"/>
          </a:solidFill>
          <a:ln cap="flat" cmpd="sng" w="15425">
            <a:solidFill>
              <a:srgbClr val="D7E0E9"/>
            </a:solidFill>
            <a:prstDash val="solid"/>
            <a:miter lim="8000"/>
            <a:headEnd len="sm" w="sm" type="none"/>
            <a:tailEnd len="sm" w="sm" type="none"/>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3215">
              <a:solidFill>
                <a:srgbClr val="FFFFFF"/>
              </a:solidFill>
              <a:latin typeface="Calibri"/>
              <a:ea typeface="Calibri"/>
              <a:cs typeface="Calibri"/>
              <a:sym typeface="Calibri"/>
            </a:endParaRPr>
          </a:p>
        </p:txBody>
      </p:sp>
      <p:sp>
        <p:nvSpPr>
          <p:cNvPr id="532" name="Google Shape;532;g3f6b58e047c_0_119"/>
          <p:cNvSpPr txBox="1"/>
          <p:nvPr/>
        </p:nvSpPr>
        <p:spPr>
          <a:xfrm>
            <a:off x="259325" y="7891197"/>
            <a:ext cx="503400" cy="2457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0" lang="en-US" sz="1596">
                <a:solidFill>
                  <a:srgbClr val="5D6C7B"/>
                </a:solidFill>
                <a:latin typeface="IBM Plex Sans"/>
                <a:ea typeface="IBM Plex Sans"/>
                <a:cs typeface="IBM Plex Sans"/>
                <a:sym typeface="IBM Plex Sans"/>
              </a:rPr>
              <a:t>12</a:t>
            </a:r>
            <a:endParaRPr sz="2567"/>
          </a:p>
        </p:txBody>
      </p:sp>
      <p:sp>
        <p:nvSpPr>
          <p:cNvPr id="533" name="Google Shape;533;g3f6b58e047c_0_119"/>
          <p:cNvSpPr txBox="1"/>
          <p:nvPr/>
        </p:nvSpPr>
        <p:spPr>
          <a:xfrm>
            <a:off x="762809" y="7891197"/>
            <a:ext cx="4886400" cy="245700"/>
          </a:xfrm>
          <a:prstGeom prst="rect">
            <a:avLst/>
          </a:prstGeom>
          <a:noFill/>
          <a:ln>
            <a:noFill/>
          </a:ln>
        </p:spPr>
        <p:txBody>
          <a:bodyPr anchorCtr="0" anchor="ctr" bIns="0" lIns="29150" spcFirstLastPara="1" rIns="29150" wrap="square" tIns="0">
            <a:spAutoFit/>
          </a:bodyPr>
          <a:lstStyle/>
          <a:p>
            <a:pPr indent="0" lvl="0" marL="0" marR="0" rtl="0" algn="l">
              <a:spcBef>
                <a:spcPts val="0"/>
              </a:spcBef>
              <a:spcAft>
                <a:spcPts val="0"/>
              </a:spcAft>
              <a:buNone/>
            </a:pPr>
            <a:r>
              <a:rPr b="0" lang="en-US" sz="1596">
                <a:solidFill>
                  <a:srgbClr val="1B2733"/>
                </a:solidFill>
                <a:latin typeface="IBM Plex Sans"/>
                <a:ea typeface="IBM Plex Sans"/>
                <a:cs typeface="IBM Plex Sans"/>
                <a:sym typeface="IBM Plex Sans"/>
              </a:rPr>
              <a:t>Setup &amp; Konfigurasi Sistem di OGT Balongan</a:t>
            </a:r>
            <a:endParaRPr sz="2567"/>
          </a:p>
        </p:txBody>
      </p:sp>
      <p:sp>
        <p:nvSpPr>
          <p:cNvPr id="534" name="Google Shape;534;g3f6b58e047c_0_119"/>
          <p:cNvSpPr txBox="1"/>
          <p:nvPr/>
        </p:nvSpPr>
        <p:spPr>
          <a:xfrm>
            <a:off x="5649565" y="7891197"/>
            <a:ext cx="962700" cy="2244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1" lang="en-US" sz="1458">
                <a:solidFill>
                  <a:srgbClr val="0A2A5E"/>
                </a:solidFill>
                <a:latin typeface="IBM Plex Sans"/>
                <a:ea typeface="IBM Plex Sans"/>
                <a:cs typeface="IBM Plex Sans"/>
                <a:sym typeface="IBM Plex Sans"/>
              </a:rPr>
              <a:t>5</a:t>
            </a:r>
            <a:endParaRPr sz="2267"/>
          </a:p>
        </p:txBody>
      </p:sp>
      <p:sp>
        <p:nvSpPr>
          <p:cNvPr id="535" name="Google Shape;535;g3f6b58e047c_0_119"/>
          <p:cNvSpPr/>
          <p:nvPr/>
        </p:nvSpPr>
        <p:spPr>
          <a:xfrm>
            <a:off x="11824648" y="7994856"/>
            <a:ext cx="459000" cy="162600"/>
          </a:xfrm>
          <a:prstGeom prst="roundRect">
            <a:avLst>
              <a:gd fmla="val 35000" name="adj"/>
            </a:avLst>
          </a:prstGeom>
          <a:solidFill>
            <a:srgbClr val="0057A8"/>
          </a:solidFill>
          <a:ln>
            <a:noFill/>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2915">
              <a:solidFill>
                <a:srgbClr val="FFFFFF"/>
              </a:solidFill>
              <a:latin typeface="Calibri"/>
              <a:ea typeface="Calibri"/>
              <a:cs typeface="Calibri"/>
              <a:sym typeface="Calibri"/>
            </a:endParaRPr>
          </a:p>
        </p:txBody>
      </p:sp>
      <p:sp>
        <p:nvSpPr>
          <p:cNvPr id="536" name="Google Shape;536;g3f6b58e047c_0_119"/>
          <p:cNvSpPr txBox="1"/>
          <p:nvPr/>
        </p:nvSpPr>
        <p:spPr>
          <a:xfrm>
            <a:off x="13671509" y="7891197"/>
            <a:ext cx="4294500" cy="379800"/>
          </a:xfrm>
          <a:prstGeom prst="rect">
            <a:avLst/>
          </a:prstGeom>
          <a:noFill/>
          <a:ln>
            <a:noFill/>
          </a:ln>
        </p:spPr>
        <p:txBody>
          <a:bodyPr anchorCtr="0" anchor="ctr" bIns="0" lIns="29150" spcFirstLastPara="1" rIns="29150" wrap="square" tIns="0">
            <a:spAutoFit/>
          </a:bodyPr>
          <a:lstStyle/>
          <a:p>
            <a:pPr indent="0" lvl="0" marL="0" marR="0" rtl="0" algn="l">
              <a:spcBef>
                <a:spcPts val="0"/>
              </a:spcBef>
              <a:spcAft>
                <a:spcPts val="0"/>
              </a:spcAft>
              <a:buNone/>
            </a:pPr>
            <a:r>
              <a:rPr b="0" lang="en-US" sz="1234">
                <a:solidFill>
                  <a:srgbClr val="E4002B"/>
                </a:solidFill>
                <a:latin typeface="IBM Plex Sans"/>
                <a:ea typeface="IBM Plex Sans"/>
                <a:cs typeface="IBM Plex Sans"/>
                <a:sym typeface="IBM Plex Sans"/>
              </a:rPr>
              <a:t>Perlu dicek apakah PC di Balongan dan Kelayangan dapat diakses secara remote</a:t>
            </a:r>
            <a:endParaRPr sz="2367"/>
          </a:p>
        </p:txBody>
      </p:sp>
      <p:sp>
        <p:nvSpPr>
          <p:cNvPr id="537" name="Google Shape;537;g3f6b58e047c_0_119"/>
          <p:cNvSpPr/>
          <p:nvPr/>
        </p:nvSpPr>
        <p:spPr>
          <a:xfrm>
            <a:off x="259325" y="8261402"/>
            <a:ext cx="17770800" cy="370200"/>
          </a:xfrm>
          <a:prstGeom prst="rect">
            <a:avLst/>
          </a:prstGeom>
          <a:solidFill>
            <a:srgbClr val="F4F6F9"/>
          </a:solidFill>
          <a:ln cap="flat" cmpd="sng" w="15425">
            <a:solidFill>
              <a:srgbClr val="D7E0E9"/>
            </a:solidFill>
            <a:prstDash val="solid"/>
            <a:miter lim="8000"/>
            <a:headEnd len="sm" w="sm" type="none"/>
            <a:tailEnd len="sm" w="sm" type="none"/>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3215">
              <a:solidFill>
                <a:srgbClr val="FFFFFF"/>
              </a:solidFill>
              <a:latin typeface="Calibri"/>
              <a:ea typeface="Calibri"/>
              <a:cs typeface="Calibri"/>
              <a:sym typeface="Calibri"/>
            </a:endParaRPr>
          </a:p>
        </p:txBody>
      </p:sp>
      <p:sp>
        <p:nvSpPr>
          <p:cNvPr id="538" name="Google Shape;538;g3f6b58e047c_0_119"/>
          <p:cNvSpPr txBox="1"/>
          <p:nvPr/>
        </p:nvSpPr>
        <p:spPr>
          <a:xfrm>
            <a:off x="259325" y="8261406"/>
            <a:ext cx="503400" cy="2457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0" lang="en-US" sz="1596">
                <a:solidFill>
                  <a:srgbClr val="5D6C7B"/>
                </a:solidFill>
                <a:latin typeface="IBM Plex Sans"/>
                <a:ea typeface="IBM Plex Sans"/>
                <a:cs typeface="IBM Plex Sans"/>
                <a:sym typeface="IBM Plex Sans"/>
              </a:rPr>
              <a:t>13</a:t>
            </a:r>
            <a:endParaRPr sz="2567"/>
          </a:p>
        </p:txBody>
      </p:sp>
      <p:sp>
        <p:nvSpPr>
          <p:cNvPr id="539" name="Google Shape;539;g3f6b58e047c_0_119"/>
          <p:cNvSpPr txBox="1"/>
          <p:nvPr/>
        </p:nvSpPr>
        <p:spPr>
          <a:xfrm>
            <a:off x="762809" y="8261406"/>
            <a:ext cx="4886400" cy="245700"/>
          </a:xfrm>
          <a:prstGeom prst="rect">
            <a:avLst/>
          </a:prstGeom>
          <a:noFill/>
          <a:ln>
            <a:noFill/>
          </a:ln>
        </p:spPr>
        <p:txBody>
          <a:bodyPr anchorCtr="0" anchor="ctr" bIns="0" lIns="29150" spcFirstLastPara="1" rIns="29150" wrap="square" tIns="0">
            <a:spAutoFit/>
          </a:bodyPr>
          <a:lstStyle/>
          <a:p>
            <a:pPr indent="0" lvl="0" marL="0" marR="0" rtl="0" algn="l">
              <a:spcBef>
                <a:spcPts val="0"/>
              </a:spcBef>
              <a:spcAft>
                <a:spcPts val="0"/>
              </a:spcAft>
              <a:buNone/>
            </a:pPr>
            <a:r>
              <a:rPr b="0" lang="en-US" sz="1596">
                <a:solidFill>
                  <a:srgbClr val="1B2733"/>
                </a:solidFill>
                <a:latin typeface="IBM Plex Sans"/>
                <a:ea typeface="IBM Plex Sans"/>
                <a:cs typeface="IBM Plex Sans"/>
                <a:sym typeface="IBM Plex Sans"/>
              </a:rPr>
              <a:t>Pelaksanaan Uji Coba Terkontrol &amp; Monitoring</a:t>
            </a:r>
            <a:endParaRPr sz="2567"/>
          </a:p>
        </p:txBody>
      </p:sp>
      <p:sp>
        <p:nvSpPr>
          <p:cNvPr id="540" name="Google Shape;540;g3f6b58e047c_0_119"/>
          <p:cNvSpPr txBox="1"/>
          <p:nvPr/>
        </p:nvSpPr>
        <p:spPr>
          <a:xfrm>
            <a:off x="5649565" y="8261406"/>
            <a:ext cx="962700" cy="2244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1" lang="en-US" sz="1458">
                <a:solidFill>
                  <a:srgbClr val="0A2A5E"/>
                </a:solidFill>
                <a:latin typeface="IBM Plex Sans"/>
                <a:ea typeface="IBM Plex Sans"/>
                <a:cs typeface="IBM Plex Sans"/>
                <a:sym typeface="IBM Plex Sans"/>
              </a:rPr>
              <a:t>5</a:t>
            </a:r>
            <a:endParaRPr sz="2267"/>
          </a:p>
        </p:txBody>
      </p:sp>
      <p:sp>
        <p:nvSpPr>
          <p:cNvPr id="541" name="Google Shape;541;g3f6b58e047c_0_119"/>
          <p:cNvSpPr/>
          <p:nvPr/>
        </p:nvSpPr>
        <p:spPr>
          <a:xfrm>
            <a:off x="12342941" y="8365065"/>
            <a:ext cx="459000" cy="162600"/>
          </a:xfrm>
          <a:prstGeom prst="roundRect">
            <a:avLst>
              <a:gd fmla="val 35000" name="adj"/>
            </a:avLst>
          </a:prstGeom>
          <a:solidFill>
            <a:srgbClr val="0057A8"/>
          </a:solidFill>
          <a:ln>
            <a:noFill/>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2915">
              <a:solidFill>
                <a:srgbClr val="FFFFFF"/>
              </a:solidFill>
              <a:latin typeface="Calibri"/>
              <a:ea typeface="Calibri"/>
              <a:cs typeface="Calibri"/>
              <a:sym typeface="Calibri"/>
            </a:endParaRPr>
          </a:p>
        </p:txBody>
      </p:sp>
      <p:sp>
        <p:nvSpPr>
          <p:cNvPr id="542" name="Google Shape;542;g3f6b58e047c_0_119"/>
          <p:cNvSpPr/>
          <p:nvPr/>
        </p:nvSpPr>
        <p:spPr>
          <a:xfrm>
            <a:off x="259325" y="8631611"/>
            <a:ext cx="17770800" cy="370200"/>
          </a:xfrm>
          <a:prstGeom prst="rect">
            <a:avLst/>
          </a:prstGeom>
          <a:solidFill>
            <a:srgbClr val="FFFFFF"/>
          </a:solidFill>
          <a:ln cap="flat" cmpd="sng" w="15425">
            <a:solidFill>
              <a:srgbClr val="D7E0E9"/>
            </a:solidFill>
            <a:prstDash val="solid"/>
            <a:miter lim="8000"/>
            <a:headEnd len="sm" w="sm" type="none"/>
            <a:tailEnd len="sm" w="sm" type="none"/>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3215">
              <a:solidFill>
                <a:srgbClr val="FFFFFF"/>
              </a:solidFill>
              <a:latin typeface="Calibri"/>
              <a:ea typeface="Calibri"/>
              <a:cs typeface="Calibri"/>
              <a:sym typeface="Calibri"/>
            </a:endParaRPr>
          </a:p>
        </p:txBody>
      </p:sp>
      <p:sp>
        <p:nvSpPr>
          <p:cNvPr id="543" name="Google Shape;543;g3f6b58e047c_0_119"/>
          <p:cNvSpPr txBox="1"/>
          <p:nvPr/>
        </p:nvSpPr>
        <p:spPr>
          <a:xfrm>
            <a:off x="259325" y="8631615"/>
            <a:ext cx="503400" cy="2457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0" lang="en-US" sz="1596">
                <a:solidFill>
                  <a:srgbClr val="5D6C7B"/>
                </a:solidFill>
                <a:latin typeface="IBM Plex Sans"/>
                <a:ea typeface="IBM Plex Sans"/>
                <a:cs typeface="IBM Plex Sans"/>
                <a:sym typeface="IBM Plex Sans"/>
              </a:rPr>
              <a:t>14</a:t>
            </a:r>
            <a:endParaRPr sz="2567"/>
          </a:p>
        </p:txBody>
      </p:sp>
      <p:sp>
        <p:nvSpPr>
          <p:cNvPr id="544" name="Google Shape;544;g3f6b58e047c_0_119"/>
          <p:cNvSpPr txBox="1"/>
          <p:nvPr/>
        </p:nvSpPr>
        <p:spPr>
          <a:xfrm>
            <a:off x="762809" y="8631615"/>
            <a:ext cx="4886400" cy="245700"/>
          </a:xfrm>
          <a:prstGeom prst="rect">
            <a:avLst/>
          </a:prstGeom>
          <a:noFill/>
          <a:ln>
            <a:noFill/>
          </a:ln>
        </p:spPr>
        <p:txBody>
          <a:bodyPr anchorCtr="0" anchor="ctr" bIns="0" lIns="29150" spcFirstLastPara="1" rIns="29150" wrap="square" tIns="0">
            <a:spAutoFit/>
          </a:bodyPr>
          <a:lstStyle/>
          <a:p>
            <a:pPr indent="0" lvl="0" marL="0" marR="0" rtl="0" algn="l">
              <a:spcBef>
                <a:spcPts val="0"/>
              </a:spcBef>
              <a:spcAft>
                <a:spcPts val="0"/>
              </a:spcAft>
              <a:buNone/>
            </a:pPr>
            <a:r>
              <a:rPr b="0" lang="en-US" sz="1596">
                <a:solidFill>
                  <a:srgbClr val="1B2733"/>
                </a:solidFill>
                <a:latin typeface="IBM Plex Sans"/>
                <a:ea typeface="IBM Plex Sans"/>
                <a:cs typeface="IBM Plex Sans"/>
                <a:sym typeface="IBM Plex Sans"/>
              </a:rPr>
              <a:t>Pengukuran KPI &amp; Penyusunan Dokumen SOP</a:t>
            </a:r>
            <a:endParaRPr sz="2567"/>
          </a:p>
        </p:txBody>
      </p:sp>
      <p:sp>
        <p:nvSpPr>
          <p:cNvPr id="545" name="Google Shape;545;g3f6b58e047c_0_119"/>
          <p:cNvSpPr txBox="1"/>
          <p:nvPr/>
        </p:nvSpPr>
        <p:spPr>
          <a:xfrm>
            <a:off x="5649565" y="8631615"/>
            <a:ext cx="962700" cy="2244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1" lang="en-US" sz="1458">
                <a:solidFill>
                  <a:srgbClr val="0A2A5E"/>
                </a:solidFill>
                <a:latin typeface="IBM Plex Sans"/>
                <a:ea typeface="IBM Plex Sans"/>
                <a:cs typeface="IBM Plex Sans"/>
                <a:sym typeface="IBM Plex Sans"/>
              </a:rPr>
              <a:t>8</a:t>
            </a:r>
            <a:endParaRPr sz="2267"/>
          </a:p>
        </p:txBody>
      </p:sp>
      <p:sp>
        <p:nvSpPr>
          <p:cNvPr id="546" name="Google Shape;546;g3f6b58e047c_0_119"/>
          <p:cNvSpPr/>
          <p:nvPr/>
        </p:nvSpPr>
        <p:spPr>
          <a:xfrm>
            <a:off x="12861232" y="8735274"/>
            <a:ext cx="770100" cy="162600"/>
          </a:xfrm>
          <a:prstGeom prst="roundRect">
            <a:avLst>
              <a:gd fmla="val 35000" name="adj"/>
            </a:avLst>
          </a:prstGeom>
          <a:solidFill>
            <a:srgbClr val="0057A8"/>
          </a:solidFill>
          <a:ln>
            <a:noFill/>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2915">
              <a:solidFill>
                <a:srgbClr val="FFFFFF"/>
              </a:solidFill>
              <a:latin typeface="Calibri"/>
              <a:ea typeface="Calibri"/>
              <a:cs typeface="Calibri"/>
              <a:sym typeface="Calibri"/>
            </a:endParaRPr>
          </a:p>
        </p:txBody>
      </p:sp>
      <p:sp>
        <p:nvSpPr>
          <p:cNvPr id="547" name="Google Shape;547;g3f6b58e047c_0_119"/>
          <p:cNvSpPr/>
          <p:nvPr/>
        </p:nvSpPr>
        <p:spPr>
          <a:xfrm>
            <a:off x="7122996" y="3197976"/>
            <a:ext cx="14400" cy="6604500"/>
          </a:xfrm>
          <a:prstGeom prst="rect">
            <a:avLst/>
          </a:prstGeom>
          <a:solidFill>
            <a:srgbClr val="E4EAF1"/>
          </a:solidFill>
          <a:ln>
            <a:noFill/>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2915">
              <a:solidFill>
                <a:srgbClr val="FFFFFF"/>
              </a:solidFill>
              <a:latin typeface="Calibri"/>
              <a:ea typeface="Calibri"/>
              <a:cs typeface="Calibri"/>
              <a:sym typeface="Calibri"/>
            </a:endParaRPr>
          </a:p>
        </p:txBody>
      </p:sp>
      <p:sp>
        <p:nvSpPr>
          <p:cNvPr id="548" name="Google Shape;548;g3f6b58e047c_0_119"/>
          <p:cNvSpPr/>
          <p:nvPr/>
        </p:nvSpPr>
        <p:spPr>
          <a:xfrm>
            <a:off x="7641289" y="3197976"/>
            <a:ext cx="14400" cy="6604500"/>
          </a:xfrm>
          <a:prstGeom prst="rect">
            <a:avLst/>
          </a:prstGeom>
          <a:solidFill>
            <a:srgbClr val="E4EAF1"/>
          </a:solidFill>
          <a:ln>
            <a:noFill/>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2915">
              <a:solidFill>
                <a:srgbClr val="FFFFFF"/>
              </a:solidFill>
              <a:latin typeface="Calibri"/>
              <a:ea typeface="Calibri"/>
              <a:cs typeface="Calibri"/>
              <a:sym typeface="Calibri"/>
            </a:endParaRPr>
          </a:p>
        </p:txBody>
      </p:sp>
      <p:sp>
        <p:nvSpPr>
          <p:cNvPr id="549" name="Google Shape;549;g3f6b58e047c_0_119"/>
          <p:cNvSpPr/>
          <p:nvPr/>
        </p:nvSpPr>
        <p:spPr>
          <a:xfrm>
            <a:off x="8159581" y="3197976"/>
            <a:ext cx="14400" cy="6604500"/>
          </a:xfrm>
          <a:prstGeom prst="rect">
            <a:avLst/>
          </a:prstGeom>
          <a:solidFill>
            <a:srgbClr val="E4EAF1"/>
          </a:solidFill>
          <a:ln>
            <a:noFill/>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2915">
              <a:solidFill>
                <a:srgbClr val="FFFFFF"/>
              </a:solidFill>
              <a:latin typeface="Calibri"/>
              <a:ea typeface="Calibri"/>
              <a:cs typeface="Calibri"/>
              <a:sym typeface="Calibri"/>
            </a:endParaRPr>
          </a:p>
        </p:txBody>
      </p:sp>
      <p:sp>
        <p:nvSpPr>
          <p:cNvPr id="550" name="Google Shape;550;g3f6b58e047c_0_119"/>
          <p:cNvSpPr/>
          <p:nvPr/>
        </p:nvSpPr>
        <p:spPr>
          <a:xfrm>
            <a:off x="8677873" y="3197976"/>
            <a:ext cx="14400" cy="6604500"/>
          </a:xfrm>
          <a:prstGeom prst="rect">
            <a:avLst/>
          </a:prstGeom>
          <a:solidFill>
            <a:srgbClr val="E4EAF1"/>
          </a:solidFill>
          <a:ln>
            <a:noFill/>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2915">
              <a:solidFill>
                <a:srgbClr val="FFFFFF"/>
              </a:solidFill>
              <a:latin typeface="Calibri"/>
              <a:ea typeface="Calibri"/>
              <a:cs typeface="Calibri"/>
              <a:sym typeface="Calibri"/>
            </a:endParaRPr>
          </a:p>
        </p:txBody>
      </p:sp>
      <p:sp>
        <p:nvSpPr>
          <p:cNvPr id="551" name="Google Shape;551;g3f6b58e047c_0_119"/>
          <p:cNvSpPr/>
          <p:nvPr/>
        </p:nvSpPr>
        <p:spPr>
          <a:xfrm>
            <a:off x="9196166" y="3197976"/>
            <a:ext cx="14400" cy="6604500"/>
          </a:xfrm>
          <a:prstGeom prst="rect">
            <a:avLst/>
          </a:prstGeom>
          <a:solidFill>
            <a:srgbClr val="E4EAF1"/>
          </a:solidFill>
          <a:ln>
            <a:noFill/>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2915">
              <a:solidFill>
                <a:srgbClr val="FFFFFF"/>
              </a:solidFill>
              <a:latin typeface="Calibri"/>
              <a:ea typeface="Calibri"/>
              <a:cs typeface="Calibri"/>
              <a:sym typeface="Calibri"/>
            </a:endParaRPr>
          </a:p>
        </p:txBody>
      </p:sp>
      <p:sp>
        <p:nvSpPr>
          <p:cNvPr id="552" name="Google Shape;552;g3f6b58e047c_0_119"/>
          <p:cNvSpPr/>
          <p:nvPr/>
        </p:nvSpPr>
        <p:spPr>
          <a:xfrm>
            <a:off x="9714458" y="3197976"/>
            <a:ext cx="14400" cy="6604500"/>
          </a:xfrm>
          <a:prstGeom prst="rect">
            <a:avLst/>
          </a:prstGeom>
          <a:solidFill>
            <a:srgbClr val="E4EAF1"/>
          </a:solidFill>
          <a:ln>
            <a:noFill/>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2915">
              <a:solidFill>
                <a:srgbClr val="FFFFFF"/>
              </a:solidFill>
              <a:latin typeface="Calibri"/>
              <a:ea typeface="Calibri"/>
              <a:cs typeface="Calibri"/>
              <a:sym typeface="Calibri"/>
            </a:endParaRPr>
          </a:p>
        </p:txBody>
      </p:sp>
      <p:sp>
        <p:nvSpPr>
          <p:cNvPr id="553" name="Google Shape;553;g3f6b58e047c_0_119"/>
          <p:cNvSpPr/>
          <p:nvPr/>
        </p:nvSpPr>
        <p:spPr>
          <a:xfrm>
            <a:off x="10232751" y="3197976"/>
            <a:ext cx="14400" cy="6604500"/>
          </a:xfrm>
          <a:prstGeom prst="rect">
            <a:avLst/>
          </a:prstGeom>
          <a:solidFill>
            <a:srgbClr val="E4EAF1"/>
          </a:solidFill>
          <a:ln>
            <a:noFill/>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2915">
              <a:solidFill>
                <a:srgbClr val="FFFFFF"/>
              </a:solidFill>
              <a:latin typeface="Calibri"/>
              <a:ea typeface="Calibri"/>
              <a:cs typeface="Calibri"/>
              <a:sym typeface="Calibri"/>
            </a:endParaRPr>
          </a:p>
        </p:txBody>
      </p:sp>
      <p:sp>
        <p:nvSpPr>
          <p:cNvPr id="554" name="Google Shape;554;g3f6b58e047c_0_119"/>
          <p:cNvSpPr/>
          <p:nvPr/>
        </p:nvSpPr>
        <p:spPr>
          <a:xfrm>
            <a:off x="10751043" y="3197976"/>
            <a:ext cx="14400" cy="6604500"/>
          </a:xfrm>
          <a:prstGeom prst="rect">
            <a:avLst/>
          </a:prstGeom>
          <a:solidFill>
            <a:srgbClr val="E4EAF1"/>
          </a:solidFill>
          <a:ln>
            <a:noFill/>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2915">
              <a:solidFill>
                <a:srgbClr val="FFFFFF"/>
              </a:solidFill>
              <a:latin typeface="Calibri"/>
              <a:ea typeface="Calibri"/>
              <a:cs typeface="Calibri"/>
              <a:sym typeface="Calibri"/>
            </a:endParaRPr>
          </a:p>
        </p:txBody>
      </p:sp>
      <p:sp>
        <p:nvSpPr>
          <p:cNvPr id="555" name="Google Shape;555;g3f6b58e047c_0_119"/>
          <p:cNvSpPr/>
          <p:nvPr/>
        </p:nvSpPr>
        <p:spPr>
          <a:xfrm>
            <a:off x="11269335" y="3197976"/>
            <a:ext cx="14400" cy="6604500"/>
          </a:xfrm>
          <a:prstGeom prst="rect">
            <a:avLst/>
          </a:prstGeom>
          <a:solidFill>
            <a:srgbClr val="E4EAF1"/>
          </a:solidFill>
          <a:ln>
            <a:noFill/>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2915">
              <a:solidFill>
                <a:srgbClr val="FFFFFF"/>
              </a:solidFill>
              <a:latin typeface="Calibri"/>
              <a:ea typeface="Calibri"/>
              <a:cs typeface="Calibri"/>
              <a:sym typeface="Calibri"/>
            </a:endParaRPr>
          </a:p>
        </p:txBody>
      </p:sp>
      <p:sp>
        <p:nvSpPr>
          <p:cNvPr id="556" name="Google Shape;556;g3f6b58e047c_0_119"/>
          <p:cNvSpPr/>
          <p:nvPr/>
        </p:nvSpPr>
        <p:spPr>
          <a:xfrm>
            <a:off x="11787626" y="3197976"/>
            <a:ext cx="14400" cy="6604500"/>
          </a:xfrm>
          <a:prstGeom prst="rect">
            <a:avLst/>
          </a:prstGeom>
          <a:solidFill>
            <a:srgbClr val="E4EAF1"/>
          </a:solidFill>
          <a:ln>
            <a:noFill/>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2915">
              <a:solidFill>
                <a:srgbClr val="FFFFFF"/>
              </a:solidFill>
              <a:latin typeface="Calibri"/>
              <a:ea typeface="Calibri"/>
              <a:cs typeface="Calibri"/>
              <a:sym typeface="Calibri"/>
            </a:endParaRPr>
          </a:p>
        </p:txBody>
      </p:sp>
      <p:sp>
        <p:nvSpPr>
          <p:cNvPr id="557" name="Google Shape;557;g3f6b58e047c_0_119"/>
          <p:cNvSpPr/>
          <p:nvPr/>
        </p:nvSpPr>
        <p:spPr>
          <a:xfrm>
            <a:off x="12305920" y="3197976"/>
            <a:ext cx="14400" cy="6604500"/>
          </a:xfrm>
          <a:prstGeom prst="rect">
            <a:avLst/>
          </a:prstGeom>
          <a:solidFill>
            <a:srgbClr val="E4EAF1"/>
          </a:solidFill>
          <a:ln>
            <a:noFill/>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2915">
              <a:solidFill>
                <a:srgbClr val="FFFFFF"/>
              </a:solidFill>
              <a:latin typeface="Calibri"/>
              <a:ea typeface="Calibri"/>
              <a:cs typeface="Calibri"/>
              <a:sym typeface="Calibri"/>
            </a:endParaRPr>
          </a:p>
        </p:txBody>
      </p:sp>
      <p:sp>
        <p:nvSpPr>
          <p:cNvPr id="558" name="Google Shape;558;g3f6b58e047c_0_119"/>
          <p:cNvSpPr/>
          <p:nvPr/>
        </p:nvSpPr>
        <p:spPr>
          <a:xfrm>
            <a:off x="12824211" y="3197976"/>
            <a:ext cx="14400" cy="6604500"/>
          </a:xfrm>
          <a:prstGeom prst="rect">
            <a:avLst/>
          </a:prstGeom>
          <a:solidFill>
            <a:srgbClr val="E4EAF1"/>
          </a:solidFill>
          <a:ln>
            <a:noFill/>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2915">
              <a:solidFill>
                <a:srgbClr val="FFFFFF"/>
              </a:solidFill>
              <a:latin typeface="Calibri"/>
              <a:ea typeface="Calibri"/>
              <a:cs typeface="Calibri"/>
              <a:sym typeface="Calibri"/>
            </a:endParaRPr>
          </a:p>
        </p:txBody>
      </p:sp>
      <p:sp>
        <p:nvSpPr>
          <p:cNvPr id="559" name="Google Shape;559;g3f6b58e047c_0_119"/>
          <p:cNvSpPr/>
          <p:nvPr/>
        </p:nvSpPr>
        <p:spPr>
          <a:xfrm>
            <a:off x="13342505" y="3197976"/>
            <a:ext cx="14400" cy="6604500"/>
          </a:xfrm>
          <a:prstGeom prst="rect">
            <a:avLst/>
          </a:prstGeom>
          <a:solidFill>
            <a:srgbClr val="E4EAF1"/>
          </a:solidFill>
          <a:ln>
            <a:noFill/>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2915">
              <a:solidFill>
                <a:srgbClr val="FFFFFF"/>
              </a:solidFill>
              <a:latin typeface="Calibri"/>
              <a:ea typeface="Calibri"/>
              <a:cs typeface="Calibri"/>
              <a:sym typeface="Calibri"/>
            </a:endParaRPr>
          </a:p>
        </p:txBody>
      </p:sp>
      <p:sp>
        <p:nvSpPr>
          <p:cNvPr id="560" name="Google Shape;560;g3f6b58e047c_0_119"/>
          <p:cNvSpPr/>
          <p:nvPr/>
        </p:nvSpPr>
        <p:spPr>
          <a:xfrm>
            <a:off x="259325" y="9001820"/>
            <a:ext cx="17770800" cy="370200"/>
          </a:xfrm>
          <a:prstGeom prst="rect">
            <a:avLst/>
          </a:prstGeom>
          <a:solidFill>
            <a:srgbClr val="0A2A5E"/>
          </a:solidFill>
          <a:ln>
            <a:noFill/>
          </a:ln>
        </p:spPr>
        <p:txBody>
          <a:bodyPr anchorCtr="0" anchor="ctr" bIns="74025" lIns="148050" spcFirstLastPara="1" rIns="148050" wrap="square" tIns="74025">
            <a:noAutofit/>
          </a:bodyPr>
          <a:lstStyle/>
          <a:p>
            <a:pPr indent="0" lvl="0" marL="0" marR="0" rtl="0" algn="ctr">
              <a:spcBef>
                <a:spcPts val="0"/>
              </a:spcBef>
              <a:spcAft>
                <a:spcPts val="0"/>
              </a:spcAft>
              <a:buNone/>
            </a:pPr>
            <a:r>
              <a:t/>
            </a:r>
            <a:endParaRPr sz="3215">
              <a:solidFill>
                <a:srgbClr val="FFFFFF"/>
              </a:solidFill>
              <a:latin typeface="Calibri"/>
              <a:ea typeface="Calibri"/>
              <a:cs typeface="Calibri"/>
              <a:sym typeface="Calibri"/>
            </a:endParaRPr>
          </a:p>
        </p:txBody>
      </p:sp>
      <p:sp>
        <p:nvSpPr>
          <p:cNvPr id="561" name="Google Shape;561;g3f6b58e047c_0_119"/>
          <p:cNvSpPr txBox="1"/>
          <p:nvPr/>
        </p:nvSpPr>
        <p:spPr>
          <a:xfrm>
            <a:off x="762809" y="9044158"/>
            <a:ext cx="4886400" cy="258000"/>
          </a:xfrm>
          <a:prstGeom prst="rect">
            <a:avLst/>
          </a:prstGeom>
          <a:noFill/>
          <a:ln>
            <a:noFill/>
          </a:ln>
        </p:spPr>
        <p:txBody>
          <a:bodyPr anchorCtr="0" anchor="ctr" bIns="0" lIns="29150" spcFirstLastPara="1" rIns="29150" wrap="square" tIns="0">
            <a:spAutoFit/>
          </a:bodyPr>
          <a:lstStyle/>
          <a:p>
            <a:pPr indent="0" lvl="0" marL="0" marR="0" rtl="0" algn="l">
              <a:spcBef>
                <a:spcPts val="0"/>
              </a:spcBef>
              <a:spcAft>
                <a:spcPts val="0"/>
              </a:spcAft>
              <a:buNone/>
            </a:pPr>
            <a:r>
              <a:rPr b="1" lang="en-US" sz="1677">
                <a:solidFill>
                  <a:srgbClr val="FFFFFF"/>
                </a:solidFill>
                <a:latin typeface="IBM Plex Sans"/>
                <a:ea typeface="IBM Plex Sans"/>
                <a:cs typeface="IBM Plex Sans"/>
                <a:sym typeface="IBM Plex Sans"/>
              </a:rPr>
              <a:t>Total terestimasi</a:t>
            </a:r>
            <a:endParaRPr sz="2567"/>
          </a:p>
        </p:txBody>
      </p:sp>
      <p:sp>
        <p:nvSpPr>
          <p:cNvPr id="562" name="Google Shape;562;g3f6b58e047c_0_119"/>
          <p:cNvSpPr txBox="1"/>
          <p:nvPr/>
        </p:nvSpPr>
        <p:spPr>
          <a:xfrm>
            <a:off x="5649565" y="9001824"/>
            <a:ext cx="962700" cy="249300"/>
          </a:xfrm>
          <a:prstGeom prst="rect">
            <a:avLst/>
          </a:prstGeom>
          <a:noFill/>
          <a:ln>
            <a:noFill/>
          </a:ln>
        </p:spPr>
        <p:txBody>
          <a:bodyPr anchorCtr="0" anchor="ctr" bIns="0" lIns="29150" spcFirstLastPara="1" rIns="29150" wrap="square" tIns="0">
            <a:spAutoFit/>
          </a:bodyPr>
          <a:lstStyle/>
          <a:p>
            <a:pPr indent="0" lvl="0" marL="0" marR="0" rtl="0" algn="ctr">
              <a:spcBef>
                <a:spcPts val="0"/>
              </a:spcBef>
              <a:spcAft>
                <a:spcPts val="0"/>
              </a:spcAft>
              <a:buNone/>
            </a:pPr>
            <a:r>
              <a:rPr b="1" lang="en-US" sz="1619">
                <a:solidFill>
                  <a:srgbClr val="FFFFFF"/>
                </a:solidFill>
                <a:latin typeface="IBM Plex Sans"/>
                <a:ea typeface="IBM Plex Sans"/>
                <a:cs typeface="IBM Plex Sans"/>
                <a:sym typeface="IBM Plex Sans"/>
              </a:rPr>
              <a:t>68</a:t>
            </a:r>
            <a:endParaRPr sz="2267"/>
          </a:p>
        </p:txBody>
      </p:sp>
      <p:sp>
        <p:nvSpPr>
          <p:cNvPr id="563" name="Google Shape;563;g3f6b58e047c_0_119"/>
          <p:cNvSpPr txBox="1"/>
          <p:nvPr/>
        </p:nvSpPr>
        <p:spPr>
          <a:xfrm>
            <a:off x="13868201" y="9044158"/>
            <a:ext cx="4294500" cy="248400"/>
          </a:xfrm>
          <a:prstGeom prst="rect">
            <a:avLst/>
          </a:prstGeom>
          <a:noFill/>
          <a:ln>
            <a:noFill/>
          </a:ln>
        </p:spPr>
        <p:txBody>
          <a:bodyPr anchorCtr="0" anchor="ctr" bIns="0" lIns="29150" spcFirstLastPara="1" rIns="29150" wrap="square" tIns="0">
            <a:spAutoFit/>
          </a:bodyPr>
          <a:lstStyle/>
          <a:p>
            <a:pPr indent="0" lvl="0" marL="0" marR="0" rtl="0" algn="l">
              <a:spcBef>
                <a:spcPts val="0"/>
              </a:spcBef>
              <a:spcAft>
                <a:spcPts val="0"/>
              </a:spcAft>
              <a:buNone/>
            </a:pPr>
            <a:r>
              <a:rPr b="0" lang="en-US" sz="1615">
                <a:solidFill>
                  <a:srgbClr val="BBD3E8"/>
                </a:solidFill>
                <a:latin typeface="IBM Plex Sans"/>
                <a:ea typeface="IBM Plex Sans"/>
                <a:cs typeface="IBM Plex Sans"/>
                <a:sym typeface="IBM Plex Sans"/>
              </a:rPr>
              <a:t>Seluruh fase sudah terestimasi</a:t>
            </a:r>
            <a:endParaRPr sz="2667"/>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568" name="Shape 568"/>
        <p:cNvGrpSpPr/>
        <p:nvPr/>
      </p:nvGrpSpPr>
      <p:grpSpPr>
        <a:xfrm>
          <a:off x="0" y="0"/>
          <a:ext cx="0" cy="0"/>
          <a:chOff x="0" y="0"/>
          <a:chExt cx="0" cy="0"/>
        </a:xfrm>
      </p:grpSpPr>
      <p:sp>
        <p:nvSpPr>
          <p:cNvPr id="569" name="Google Shape;569;g3f972fee1d4_0_69"/>
          <p:cNvSpPr/>
          <p:nvPr/>
        </p:nvSpPr>
        <p:spPr>
          <a:xfrm>
            <a:off x="990600" y="1993344"/>
            <a:ext cx="16306800" cy="22800"/>
          </a:xfrm>
          <a:prstGeom prst="rect">
            <a:avLst/>
          </a:prstGeom>
          <a:solidFill>
            <a:srgbClr val="F265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g3f972fee1d4_0_69"/>
          <p:cNvSpPr/>
          <p:nvPr/>
        </p:nvSpPr>
        <p:spPr>
          <a:xfrm>
            <a:off x="990600" y="762000"/>
            <a:ext cx="8422800" cy="312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26522"/>
              </a:buClr>
              <a:buSzPts val="1800"/>
              <a:buFont typeface="Barlow Semi Condensed"/>
              <a:buNone/>
            </a:pPr>
            <a:r>
              <a:rPr b="1" lang="en-US" sz="1800">
                <a:solidFill>
                  <a:srgbClr val="F26522"/>
                </a:solidFill>
                <a:latin typeface="Barlow Semi Condensed"/>
                <a:ea typeface="Barlow Semi Condensed"/>
                <a:cs typeface="Barlow Semi Condensed"/>
                <a:sym typeface="Barlow Semi Condensed"/>
              </a:rPr>
              <a:t>Sisindokom Team</a:t>
            </a:r>
            <a:endParaRPr b="0" i="0" sz="1800" u="none" cap="none" strike="noStrike">
              <a:solidFill>
                <a:schemeClr val="dk1"/>
              </a:solidFill>
              <a:latin typeface="Calibri"/>
              <a:ea typeface="Calibri"/>
              <a:cs typeface="Calibri"/>
              <a:sym typeface="Calibri"/>
            </a:endParaRPr>
          </a:p>
        </p:txBody>
      </p:sp>
      <p:sp>
        <p:nvSpPr>
          <p:cNvPr id="571" name="Google Shape;571;g3f972fee1d4_0_69"/>
          <p:cNvSpPr/>
          <p:nvPr/>
        </p:nvSpPr>
        <p:spPr>
          <a:xfrm>
            <a:off x="990600" y="1169675"/>
            <a:ext cx="8484900" cy="652200"/>
          </a:xfrm>
          <a:prstGeom prst="rect">
            <a:avLst/>
          </a:prstGeom>
          <a:noFill/>
          <a:ln>
            <a:noFill/>
          </a:ln>
        </p:spPr>
        <p:txBody>
          <a:bodyPr anchorCtr="0" anchor="t" bIns="25400" lIns="25400" spcFirstLastPara="1" rIns="25400" wrap="square" tIns="25400">
            <a:noAutofit/>
          </a:bodyPr>
          <a:lstStyle/>
          <a:p>
            <a:pPr indent="0" lvl="0" marL="0" marR="0" rtl="0" algn="l">
              <a:lnSpc>
                <a:spcPct val="104000"/>
              </a:lnSpc>
              <a:spcBef>
                <a:spcPts val="0"/>
              </a:spcBef>
              <a:spcAft>
                <a:spcPts val="0"/>
              </a:spcAft>
              <a:buClr>
                <a:srgbClr val="2D2D2D"/>
              </a:buClr>
              <a:buSzPts val="4650"/>
              <a:buFont typeface="Barlow Semi Condensed"/>
              <a:buNone/>
            </a:pPr>
            <a:r>
              <a:rPr b="1" lang="en-US" sz="4200">
                <a:solidFill>
                  <a:srgbClr val="2D2D2D"/>
                </a:solidFill>
                <a:latin typeface="Barlow Semi Condensed"/>
                <a:ea typeface="Barlow Semi Condensed"/>
                <a:cs typeface="Barlow Semi Condensed"/>
                <a:sym typeface="Barlow Semi Condensed"/>
              </a:rPr>
              <a:t>System Architecture</a:t>
            </a:r>
            <a:endParaRPr b="0" i="0" sz="4200" u="none" cap="none" strike="noStrike">
              <a:solidFill>
                <a:schemeClr val="dk1"/>
              </a:solidFill>
              <a:latin typeface="Calibri"/>
              <a:ea typeface="Calibri"/>
              <a:cs typeface="Calibri"/>
              <a:sym typeface="Calibri"/>
            </a:endParaRPr>
          </a:p>
        </p:txBody>
      </p:sp>
      <p:sp>
        <p:nvSpPr>
          <p:cNvPr id="572" name="Google Shape;572;g3f972fee1d4_0_69"/>
          <p:cNvSpPr/>
          <p:nvPr/>
        </p:nvSpPr>
        <p:spPr>
          <a:xfrm>
            <a:off x="11988760" y="9669780"/>
            <a:ext cx="5308500" cy="96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73" name="Google Shape;573;g3f972fee1d4_0_69"/>
          <p:cNvPicPr preferRelativeResize="0"/>
          <p:nvPr/>
        </p:nvPicPr>
        <p:blipFill rotWithShape="1">
          <a:blip r:embed="rId3">
            <a:alphaModFix/>
          </a:blip>
          <a:srcRect b="36060" l="0" r="0" t="31392"/>
          <a:stretch/>
        </p:blipFill>
        <p:spPr>
          <a:xfrm>
            <a:off x="15369710" y="762000"/>
            <a:ext cx="2003891" cy="652225"/>
          </a:xfrm>
          <a:prstGeom prst="rect">
            <a:avLst/>
          </a:prstGeom>
          <a:noFill/>
          <a:ln>
            <a:noFill/>
          </a:ln>
        </p:spPr>
      </p:pic>
      <p:sp>
        <p:nvSpPr>
          <p:cNvPr id="574" name="Google Shape;574;g3f972fee1d4_0_69"/>
          <p:cNvSpPr/>
          <p:nvPr/>
        </p:nvSpPr>
        <p:spPr>
          <a:xfrm>
            <a:off x="16273224" y="9627870"/>
            <a:ext cx="1100400" cy="335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AAAAAA"/>
              </a:buClr>
              <a:buSzPts val="1800"/>
              <a:buFont typeface="IBM Plex Mono"/>
              <a:buNone/>
            </a:pPr>
            <a:r>
              <a:rPr b="0" i="0" lang="en-US" sz="1800" u="none" cap="none" strike="noStrike">
                <a:solidFill>
                  <a:srgbClr val="AAAAAA"/>
                </a:solidFill>
                <a:latin typeface="IBM Plex Mono"/>
                <a:ea typeface="IBM Plex Mono"/>
                <a:cs typeface="IBM Plex Mono"/>
                <a:sym typeface="IBM Plex Mono"/>
              </a:rPr>
              <a:t>07 / 19</a:t>
            </a:r>
            <a:endParaRPr b="0" i="0" sz="1800" u="none" cap="none" strike="noStrike">
              <a:solidFill>
                <a:schemeClr val="dk1"/>
              </a:solidFill>
              <a:latin typeface="Calibri"/>
              <a:ea typeface="Calibri"/>
              <a:cs typeface="Calibri"/>
              <a:sym typeface="Calibri"/>
            </a:endParaRPr>
          </a:p>
        </p:txBody>
      </p:sp>
      <p:sp>
        <p:nvSpPr>
          <p:cNvPr id="575" name="Google Shape;575;g3f972fee1d4_0_69"/>
          <p:cNvSpPr/>
          <p:nvPr/>
        </p:nvSpPr>
        <p:spPr>
          <a:xfrm>
            <a:off x="5551675" y="2380750"/>
            <a:ext cx="3054300" cy="1467000"/>
          </a:xfrm>
          <a:prstGeom prst="roundRect">
            <a:avLst>
              <a:gd fmla="val 16667" name="adj"/>
            </a:avLst>
          </a:prstGeom>
          <a:solidFill>
            <a:schemeClr val="lt2"/>
          </a:solidFill>
          <a:ln cap="flat" cmpd="sng" w="38100">
            <a:solidFill>
              <a:srgbClr val="005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000"/>
              <a:t>Frame Ingestion</a:t>
            </a:r>
            <a:endParaRPr b="1" sz="2000"/>
          </a:p>
        </p:txBody>
      </p:sp>
      <p:sp>
        <p:nvSpPr>
          <p:cNvPr id="576" name="Google Shape;576;g3f972fee1d4_0_69"/>
          <p:cNvSpPr/>
          <p:nvPr/>
        </p:nvSpPr>
        <p:spPr>
          <a:xfrm>
            <a:off x="1653850" y="2380750"/>
            <a:ext cx="3054300" cy="1467000"/>
          </a:xfrm>
          <a:prstGeom prst="roundRect">
            <a:avLst>
              <a:gd fmla="val 16667" name="adj"/>
            </a:avLst>
          </a:prstGeom>
          <a:solidFill>
            <a:schemeClr val="lt2"/>
          </a:solidFill>
          <a:ln cap="flat" cmpd="sng" w="38100">
            <a:solidFill>
              <a:srgbClr val="E4002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000"/>
              <a:t>RSTP Stream</a:t>
            </a:r>
            <a:endParaRPr b="1" sz="2000"/>
          </a:p>
          <a:p>
            <a:pPr indent="0" lvl="0" marL="0" rtl="0" algn="ctr">
              <a:spcBef>
                <a:spcPts val="0"/>
              </a:spcBef>
              <a:spcAft>
                <a:spcPts val="0"/>
              </a:spcAft>
              <a:buNone/>
            </a:pPr>
            <a:r>
              <a:rPr b="1" lang="en-US" sz="2000"/>
              <a:t>IP Camera</a:t>
            </a:r>
            <a:endParaRPr b="1" sz="2000"/>
          </a:p>
        </p:txBody>
      </p:sp>
      <p:sp>
        <p:nvSpPr>
          <p:cNvPr id="577" name="Google Shape;577;g3f972fee1d4_0_69"/>
          <p:cNvSpPr/>
          <p:nvPr/>
        </p:nvSpPr>
        <p:spPr>
          <a:xfrm>
            <a:off x="9449500" y="2380738"/>
            <a:ext cx="3054300" cy="1467000"/>
          </a:xfrm>
          <a:prstGeom prst="roundRect">
            <a:avLst>
              <a:gd fmla="val 16667" name="adj"/>
            </a:avLst>
          </a:prstGeom>
          <a:solidFill>
            <a:schemeClr val="lt2"/>
          </a:solidFill>
          <a:ln cap="flat" cmpd="sng" w="38100">
            <a:solidFill>
              <a:srgbClr val="005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000"/>
              <a:t>Frame Buffer / Queue</a:t>
            </a:r>
            <a:endParaRPr b="1" sz="2000"/>
          </a:p>
          <a:p>
            <a:pPr indent="0" lvl="0" marL="0" rtl="0" algn="ctr">
              <a:spcBef>
                <a:spcPts val="0"/>
              </a:spcBef>
              <a:spcAft>
                <a:spcPts val="0"/>
              </a:spcAft>
              <a:buNone/>
            </a:pPr>
            <a:r>
              <a:rPr b="1" lang="en-US" sz="2000"/>
              <a:t>(optional)</a:t>
            </a:r>
            <a:endParaRPr b="1" sz="2000"/>
          </a:p>
        </p:txBody>
      </p:sp>
      <p:sp>
        <p:nvSpPr>
          <p:cNvPr id="578" name="Google Shape;578;g3f972fee1d4_0_69"/>
          <p:cNvSpPr/>
          <p:nvPr/>
        </p:nvSpPr>
        <p:spPr>
          <a:xfrm>
            <a:off x="9449500" y="4207413"/>
            <a:ext cx="3054300" cy="3076800"/>
          </a:xfrm>
          <a:prstGeom prst="roundRect">
            <a:avLst>
              <a:gd fmla="val 8445" name="adj"/>
            </a:avLst>
          </a:prstGeom>
          <a:solidFill>
            <a:schemeClr val="lt2"/>
          </a:solidFill>
          <a:ln cap="flat" cmpd="sng" w="38100">
            <a:solidFill>
              <a:srgbClr val="005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sz="2000"/>
              <a:t>Inference Pipeline</a:t>
            </a:r>
            <a:endParaRPr b="1" sz="2000"/>
          </a:p>
          <a:p>
            <a:pPr indent="-355600" lvl="0" marL="457200" rtl="0" algn="l">
              <a:spcBef>
                <a:spcPts val="0"/>
              </a:spcBef>
              <a:spcAft>
                <a:spcPts val="0"/>
              </a:spcAft>
              <a:buSzPts val="2000"/>
              <a:buAutoNum type="arabicPeriod"/>
            </a:pPr>
            <a:r>
              <a:rPr b="1" lang="en-US" sz="2000"/>
              <a:t>Pre-processing</a:t>
            </a:r>
            <a:endParaRPr b="1" sz="2000"/>
          </a:p>
          <a:p>
            <a:pPr indent="0" lvl="0" marL="0" rtl="0" algn="l">
              <a:spcBef>
                <a:spcPts val="0"/>
              </a:spcBef>
              <a:spcAft>
                <a:spcPts val="0"/>
              </a:spcAft>
              <a:buNone/>
            </a:pPr>
            <a:r>
              <a:rPr b="1" lang="en-US" sz="2000"/>
              <a:t>           |</a:t>
            </a:r>
            <a:endParaRPr b="1" sz="2000"/>
          </a:p>
          <a:p>
            <a:pPr indent="0" lvl="0" marL="0" rtl="0" algn="l">
              <a:spcBef>
                <a:spcPts val="0"/>
              </a:spcBef>
              <a:spcAft>
                <a:spcPts val="0"/>
              </a:spcAft>
              <a:buNone/>
            </a:pPr>
            <a:r>
              <a:rPr b="1" lang="en-US" sz="2000"/>
              <a:t>       </a:t>
            </a:r>
            <a:r>
              <a:rPr b="1" lang="en-US" sz="1800"/>
              <a:t>  </a:t>
            </a:r>
            <a:r>
              <a:rPr b="1" lang="en-US" sz="1700"/>
              <a:t>  </a:t>
            </a:r>
            <a:r>
              <a:rPr b="1" lang="en-US" sz="2000"/>
              <a:t>v</a:t>
            </a:r>
            <a:endParaRPr b="1" sz="2000"/>
          </a:p>
          <a:p>
            <a:pPr indent="-355600" lvl="0" marL="457200" rtl="0" algn="l">
              <a:spcBef>
                <a:spcPts val="0"/>
              </a:spcBef>
              <a:spcAft>
                <a:spcPts val="0"/>
              </a:spcAft>
              <a:buSzPts val="2000"/>
              <a:buAutoNum type="arabicPeriod"/>
            </a:pPr>
            <a:r>
              <a:rPr b="1" lang="en-US" sz="2000"/>
              <a:t>Inference Engine</a:t>
            </a:r>
            <a:endParaRPr b="1" sz="2000"/>
          </a:p>
          <a:p>
            <a:pPr indent="0" lvl="0" marL="0" rtl="0" algn="l">
              <a:spcBef>
                <a:spcPts val="0"/>
              </a:spcBef>
              <a:spcAft>
                <a:spcPts val="0"/>
              </a:spcAft>
              <a:buNone/>
            </a:pPr>
            <a:r>
              <a:rPr b="1" lang="en-US" sz="2000">
                <a:solidFill>
                  <a:schemeClr val="dk1"/>
                </a:solidFill>
              </a:rPr>
              <a:t>           |</a:t>
            </a:r>
            <a:endParaRPr b="1" sz="2000">
              <a:solidFill>
                <a:schemeClr val="dk1"/>
              </a:solidFill>
            </a:endParaRPr>
          </a:p>
          <a:p>
            <a:pPr indent="0" lvl="0" marL="0" rtl="0" algn="l">
              <a:spcBef>
                <a:spcPts val="0"/>
              </a:spcBef>
              <a:spcAft>
                <a:spcPts val="0"/>
              </a:spcAft>
              <a:buNone/>
            </a:pPr>
            <a:r>
              <a:rPr b="1" lang="en-US" sz="2000">
                <a:solidFill>
                  <a:schemeClr val="dk1"/>
                </a:solidFill>
              </a:rPr>
              <a:t>       </a:t>
            </a:r>
            <a:r>
              <a:rPr b="1" lang="en-US" sz="1800">
                <a:solidFill>
                  <a:schemeClr val="dk1"/>
                </a:solidFill>
              </a:rPr>
              <a:t>  </a:t>
            </a:r>
            <a:r>
              <a:rPr b="1" lang="en-US" sz="1700">
                <a:solidFill>
                  <a:schemeClr val="dk1"/>
                </a:solidFill>
              </a:rPr>
              <a:t>  </a:t>
            </a:r>
            <a:r>
              <a:rPr b="1" lang="en-US" sz="2000">
                <a:solidFill>
                  <a:schemeClr val="dk1"/>
                </a:solidFill>
              </a:rPr>
              <a:t>v</a:t>
            </a:r>
            <a:endParaRPr b="1" sz="2000"/>
          </a:p>
          <a:p>
            <a:pPr indent="-355600" lvl="0" marL="457200" rtl="0" algn="l">
              <a:spcBef>
                <a:spcPts val="0"/>
              </a:spcBef>
              <a:spcAft>
                <a:spcPts val="0"/>
              </a:spcAft>
              <a:buSzPts val="2000"/>
              <a:buAutoNum type="arabicPeriod"/>
            </a:pPr>
            <a:r>
              <a:rPr b="1" lang="en-US" sz="2000"/>
              <a:t>Post Processing</a:t>
            </a:r>
            <a:endParaRPr b="1" sz="2000"/>
          </a:p>
        </p:txBody>
      </p:sp>
      <p:sp>
        <p:nvSpPr>
          <p:cNvPr id="579" name="Google Shape;579;g3f972fee1d4_0_69"/>
          <p:cNvSpPr/>
          <p:nvPr/>
        </p:nvSpPr>
        <p:spPr>
          <a:xfrm>
            <a:off x="13387519" y="4207425"/>
            <a:ext cx="3054300" cy="1467000"/>
          </a:xfrm>
          <a:prstGeom prst="roundRect">
            <a:avLst>
              <a:gd fmla="val 16667" name="adj"/>
            </a:avLst>
          </a:prstGeom>
          <a:solidFill>
            <a:schemeClr val="lt2"/>
          </a:solidFill>
          <a:ln cap="flat" cmpd="sng" w="38100">
            <a:solidFill>
              <a:srgbClr val="F789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000"/>
              <a:t>Alert Trigger</a:t>
            </a:r>
            <a:endParaRPr b="1" sz="2000"/>
          </a:p>
          <a:p>
            <a:pPr indent="0" lvl="0" marL="0" rtl="0" algn="ctr">
              <a:spcBef>
                <a:spcPts val="0"/>
              </a:spcBef>
              <a:spcAft>
                <a:spcPts val="0"/>
              </a:spcAft>
              <a:buNone/>
            </a:pPr>
            <a:r>
              <a:rPr b="1" lang="en-US" sz="2000"/>
              <a:t>(SMTP o365)</a:t>
            </a:r>
            <a:endParaRPr b="1" sz="2000"/>
          </a:p>
        </p:txBody>
      </p:sp>
      <p:sp>
        <p:nvSpPr>
          <p:cNvPr id="580" name="Google Shape;580;g3f972fee1d4_0_69"/>
          <p:cNvSpPr/>
          <p:nvPr/>
        </p:nvSpPr>
        <p:spPr>
          <a:xfrm>
            <a:off x="13387519" y="5817225"/>
            <a:ext cx="3054300" cy="1467000"/>
          </a:xfrm>
          <a:prstGeom prst="roundRect">
            <a:avLst>
              <a:gd fmla="val 16667" name="adj"/>
            </a:avLst>
          </a:prstGeom>
          <a:solidFill>
            <a:schemeClr val="lt2"/>
          </a:solid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000"/>
              <a:t>Event Manager</a:t>
            </a:r>
            <a:endParaRPr b="1" sz="2000"/>
          </a:p>
          <a:p>
            <a:pPr indent="0" lvl="0" marL="0" rtl="0" algn="ctr">
              <a:spcBef>
                <a:spcPts val="0"/>
              </a:spcBef>
              <a:spcAft>
                <a:spcPts val="0"/>
              </a:spcAft>
              <a:buNone/>
            </a:pPr>
            <a:r>
              <a:rPr b="1" lang="en-US" sz="2000"/>
              <a:t>(PostgreSQL)</a:t>
            </a:r>
            <a:endParaRPr b="1" sz="2000"/>
          </a:p>
        </p:txBody>
      </p:sp>
      <p:sp>
        <p:nvSpPr>
          <p:cNvPr id="581" name="Google Shape;581;g3f972fee1d4_0_69"/>
          <p:cNvSpPr/>
          <p:nvPr/>
        </p:nvSpPr>
        <p:spPr>
          <a:xfrm>
            <a:off x="9449500" y="7743500"/>
            <a:ext cx="3054300" cy="1467000"/>
          </a:xfrm>
          <a:prstGeom prst="roundRect">
            <a:avLst>
              <a:gd fmla="val 16667" name="adj"/>
            </a:avLst>
          </a:prstGeom>
          <a:solidFill>
            <a:schemeClr val="lt2"/>
          </a:solidFill>
          <a:ln cap="flat" cmpd="sng" w="381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000"/>
              <a:t>Video Stream Engine</a:t>
            </a:r>
            <a:endParaRPr b="1" sz="2000"/>
          </a:p>
          <a:p>
            <a:pPr indent="0" lvl="0" marL="0" rtl="0" algn="ctr">
              <a:spcBef>
                <a:spcPts val="0"/>
              </a:spcBef>
              <a:spcAft>
                <a:spcPts val="0"/>
              </a:spcAft>
              <a:buNone/>
            </a:pPr>
            <a:r>
              <a:rPr b="1" lang="en-US" sz="2000"/>
              <a:t>React JS</a:t>
            </a:r>
            <a:endParaRPr b="1" sz="2000"/>
          </a:p>
        </p:txBody>
      </p:sp>
      <p:cxnSp>
        <p:nvCxnSpPr>
          <p:cNvPr id="582" name="Google Shape;582;g3f972fee1d4_0_69"/>
          <p:cNvCxnSpPr>
            <a:stCxn id="576" idx="3"/>
            <a:endCxn id="575" idx="1"/>
          </p:cNvCxnSpPr>
          <p:nvPr/>
        </p:nvCxnSpPr>
        <p:spPr>
          <a:xfrm>
            <a:off x="4708150" y="3114250"/>
            <a:ext cx="843600" cy="0"/>
          </a:xfrm>
          <a:prstGeom prst="straightConnector1">
            <a:avLst/>
          </a:prstGeom>
          <a:noFill/>
          <a:ln cap="flat" cmpd="sng" w="38100">
            <a:solidFill>
              <a:srgbClr val="E4002B"/>
            </a:solidFill>
            <a:prstDash val="solid"/>
            <a:round/>
            <a:headEnd len="med" w="med" type="none"/>
            <a:tailEnd len="med" w="med" type="triangle"/>
          </a:ln>
        </p:spPr>
      </p:cxnSp>
      <p:cxnSp>
        <p:nvCxnSpPr>
          <p:cNvPr id="583" name="Google Shape;583;g3f972fee1d4_0_69"/>
          <p:cNvCxnSpPr>
            <a:stCxn id="575" idx="3"/>
            <a:endCxn id="577" idx="1"/>
          </p:cNvCxnSpPr>
          <p:nvPr/>
        </p:nvCxnSpPr>
        <p:spPr>
          <a:xfrm>
            <a:off x="8605975" y="3114250"/>
            <a:ext cx="843600" cy="0"/>
          </a:xfrm>
          <a:prstGeom prst="straightConnector1">
            <a:avLst/>
          </a:prstGeom>
          <a:noFill/>
          <a:ln cap="flat" cmpd="sng" w="38100">
            <a:solidFill>
              <a:srgbClr val="0057A8"/>
            </a:solidFill>
            <a:prstDash val="solid"/>
            <a:round/>
            <a:headEnd len="med" w="med" type="none"/>
            <a:tailEnd len="med" w="med" type="triangle"/>
          </a:ln>
        </p:spPr>
      </p:cxnSp>
      <p:cxnSp>
        <p:nvCxnSpPr>
          <p:cNvPr id="584" name="Google Shape;584;g3f972fee1d4_0_69"/>
          <p:cNvCxnSpPr>
            <a:stCxn id="577" idx="2"/>
            <a:endCxn id="578" idx="0"/>
          </p:cNvCxnSpPr>
          <p:nvPr/>
        </p:nvCxnSpPr>
        <p:spPr>
          <a:xfrm>
            <a:off x="10976650" y="3847738"/>
            <a:ext cx="0" cy="359700"/>
          </a:xfrm>
          <a:prstGeom prst="straightConnector1">
            <a:avLst/>
          </a:prstGeom>
          <a:noFill/>
          <a:ln cap="flat" cmpd="sng" w="38100">
            <a:solidFill>
              <a:srgbClr val="0057A8"/>
            </a:solidFill>
            <a:prstDash val="solid"/>
            <a:round/>
            <a:headEnd len="med" w="med" type="none"/>
            <a:tailEnd len="med" w="med" type="triangle"/>
          </a:ln>
        </p:spPr>
      </p:cxnSp>
      <p:cxnSp>
        <p:nvCxnSpPr>
          <p:cNvPr id="585" name="Google Shape;585;g3f972fee1d4_0_69"/>
          <p:cNvCxnSpPr>
            <a:stCxn id="578" idx="2"/>
            <a:endCxn id="581" idx="0"/>
          </p:cNvCxnSpPr>
          <p:nvPr/>
        </p:nvCxnSpPr>
        <p:spPr>
          <a:xfrm>
            <a:off x="10976650" y="7284213"/>
            <a:ext cx="0" cy="459300"/>
          </a:xfrm>
          <a:prstGeom prst="straightConnector1">
            <a:avLst/>
          </a:prstGeom>
          <a:noFill/>
          <a:ln cap="flat" cmpd="sng" w="38100">
            <a:solidFill>
              <a:srgbClr val="0057A8"/>
            </a:solidFill>
            <a:prstDash val="solid"/>
            <a:round/>
            <a:headEnd len="med" w="med" type="none"/>
            <a:tailEnd len="med" w="med" type="triangle"/>
          </a:ln>
        </p:spPr>
      </p:cxnSp>
      <p:cxnSp>
        <p:nvCxnSpPr>
          <p:cNvPr id="586" name="Google Shape;586;g3f972fee1d4_0_69"/>
          <p:cNvCxnSpPr/>
          <p:nvPr/>
        </p:nvCxnSpPr>
        <p:spPr>
          <a:xfrm>
            <a:off x="12503800" y="4940925"/>
            <a:ext cx="843600" cy="0"/>
          </a:xfrm>
          <a:prstGeom prst="straightConnector1">
            <a:avLst/>
          </a:prstGeom>
          <a:noFill/>
          <a:ln cap="flat" cmpd="sng" w="38100">
            <a:solidFill>
              <a:srgbClr val="0057A8"/>
            </a:solidFill>
            <a:prstDash val="solid"/>
            <a:round/>
            <a:headEnd len="med" w="med" type="none"/>
            <a:tailEnd len="med" w="med" type="triangle"/>
          </a:ln>
        </p:spPr>
      </p:cxnSp>
      <p:cxnSp>
        <p:nvCxnSpPr>
          <p:cNvPr id="587" name="Google Shape;587;g3f972fee1d4_0_69"/>
          <p:cNvCxnSpPr/>
          <p:nvPr/>
        </p:nvCxnSpPr>
        <p:spPr>
          <a:xfrm>
            <a:off x="12503800" y="6550725"/>
            <a:ext cx="843600" cy="0"/>
          </a:xfrm>
          <a:prstGeom prst="straightConnector1">
            <a:avLst/>
          </a:prstGeom>
          <a:noFill/>
          <a:ln cap="flat" cmpd="sng" w="38100">
            <a:solidFill>
              <a:srgbClr val="0057A8"/>
            </a:solidFill>
            <a:prstDash val="solid"/>
            <a:round/>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592" name="Shape 592"/>
        <p:cNvGrpSpPr/>
        <p:nvPr/>
      </p:nvGrpSpPr>
      <p:grpSpPr>
        <a:xfrm>
          <a:off x="0" y="0"/>
          <a:ext cx="0" cy="0"/>
          <a:chOff x="0" y="0"/>
          <a:chExt cx="0" cy="0"/>
        </a:xfrm>
      </p:grpSpPr>
      <p:sp>
        <p:nvSpPr>
          <p:cNvPr id="593" name="Google Shape;593;g3f7648fcba8_0_1"/>
          <p:cNvSpPr/>
          <p:nvPr/>
        </p:nvSpPr>
        <p:spPr>
          <a:xfrm>
            <a:off x="990600" y="1993344"/>
            <a:ext cx="16306800" cy="22800"/>
          </a:xfrm>
          <a:prstGeom prst="rect">
            <a:avLst/>
          </a:prstGeom>
          <a:solidFill>
            <a:srgbClr val="F265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g3f7648fcba8_0_1"/>
          <p:cNvSpPr/>
          <p:nvPr/>
        </p:nvSpPr>
        <p:spPr>
          <a:xfrm>
            <a:off x="990600" y="762000"/>
            <a:ext cx="8422800" cy="312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26522"/>
              </a:buClr>
              <a:buSzPts val="1800"/>
              <a:buFont typeface="Barlow Semi Condensed"/>
              <a:buNone/>
            </a:pPr>
            <a:r>
              <a:rPr b="1" lang="en-US" sz="1800">
                <a:solidFill>
                  <a:srgbClr val="F26522"/>
                </a:solidFill>
                <a:latin typeface="Barlow Semi Condensed"/>
                <a:ea typeface="Barlow Semi Condensed"/>
                <a:cs typeface="Barlow Semi Condensed"/>
                <a:sym typeface="Barlow Semi Condensed"/>
              </a:rPr>
              <a:t>Sisindokom Team</a:t>
            </a:r>
            <a:endParaRPr b="0" i="0" sz="1800" u="none" cap="none" strike="noStrike">
              <a:solidFill>
                <a:schemeClr val="dk1"/>
              </a:solidFill>
              <a:latin typeface="Calibri"/>
              <a:ea typeface="Calibri"/>
              <a:cs typeface="Calibri"/>
              <a:sym typeface="Calibri"/>
            </a:endParaRPr>
          </a:p>
        </p:txBody>
      </p:sp>
      <p:sp>
        <p:nvSpPr>
          <p:cNvPr id="595" name="Google Shape;595;g3f7648fcba8_0_1"/>
          <p:cNvSpPr/>
          <p:nvPr/>
        </p:nvSpPr>
        <p:spPr>
          <a:xfrm>
            <a:off x="990600" y="1169675"/>
            <a:ext cx="8484900" cy="652200"/>
          </a:xfrm>
          <a:prstGeom prst="rect">
            <a:avLst/>
          </a:prstGeom>
          <a:noFill/>
          <a:ln>
            <a:noFill/>
          </a:ln>
        </p:spPr>
        <p:txBody>
          <a:bodyPr anchorCtr="0" anchor="t" bIns="25400" lIns="25400" spcFirstLastPara="1" rIns="25400" wrap="square" tIns="25400">
            <a:noAutofit/>
          </a:bodyPr>
          <a:lstStyle/>
          <a:p>
            <a:pPr indent="0" lvl="0" marL="0" marR="0" rtl="0" algn="l">
              <a:lnSpc>
                <a:spcPct val="104000"/>
              </a:lnSpc>
              <a:spcBef>
                <a:spcPts val="0"/>
              </a:spcBef>
              <a:spcAft>
                <a:spcPts val="0"/>
              </a:spcAft>
              <a:buClr>
                <a:srgbClr val="2D2D2D"/>
              </a:buClr>
              <a:buSzPts val="4650"/>
              <a:buFont typeface="Barlow Semi Condensed"/>
              <a:buNone/>
            </a:pPr>
            <a:r>
              <a:rPr b="1" lang="en-US" sz="4200">
                <a:solidFill>
                  <a:srgbClr val="2D2D2D"/>
                </a:solidFill>
                <a:latin typeface="Barlow Semi Condensed"/>
                <a:ea typeface="Barlow Semi Condensed"/>
                <a:cs typeface="Barlow Semi Condensed"/>
                <a:sym typeface="Barlow Semi Condensed"/>
              </a:rPr>
              <a:t>Organization Team</a:t>
            </a:r>
            <a:endParaRPr b="0" i="0" sz="4200" u="none" cap="none" strike="noStrike">
              <a:solidFill>
                <a:schemeClr val="dk1"/>
              </a:solidFill>
              <a:latin typeface="Calibri"/>
              <a:ea typeface="Calibri"/>
              <a:cs typeface="Calibri"/>
              <a:sym typeface="Calibri"/>
            </a:endParaRPr>
          </a:p>
        </p:txBody>
      </p:sp>
      <p:sp>
        <p:nvSpPr>
          <p:cNvPr id="596" name="Google Shape;596;g3f7648fcba8_0_1"/>
          <p:cNvSpPr/>
          <p:nvPr/>
        </p:nvSpPr>
        <p:spPr>
          <a:xfrm>
            <a:off x="990600" y="9669780"/>
            <a:ext cx="5308500" cy="96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g3f7648fcba8_0_1"/>
          <p:cNvSpPr/>
          <p:nvPr/>
        </p:nvSpPr>
        <p:spPr>
          <a:xfrm>
            <a:off x="6489621" y="9669780"/>
            <a:ext cx="5308500" cy="96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g3f7648fcba8_0_1"/>
          <p:cNvSpPr/>
          <p:nvPr/>
        </p:nvSpPr>
        <p:spPr>
          <a:xfrm>
            <a:off x="11988760" y="9669780"/>
            <a:ext cx="5308500" cy="96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99" name="Google Shape;599;g3f7648fcba8_0_1"/>
          <p:cNvPicPr preferRelativeResize="0"/>
          <p:nvPr/>
        </p:nvPicPr>
        <p:blipFill rotWithShape="1">
          <a:blip r:embed="rId3">
            <a:alphaModFix/>
          </a:blip>
          <a:srcRect b="36060" l="0" r="0" t="31392"/>
          <a:stretch/>
        </p:blipFill>
        <p:spPr>
          <a:xfrm>
            <a:off x="15369710" y="762000"/>
            <a:ext cx="2003891" cy="652225"/>
          </a:xfrm>
          <a:prstGeom prst="rect">
            <a:avLst/>
          </a:prstGeom>
          <a:noFill/>
          <a:ln>
            <a:noFill/>
          </a:ln>
        </p:spPr>
      </p:pic>
      <p:sp>
        <p:nvSpPr>
          <p:cNvPr id="600" name="Google Shape;600;g3f7648fcba8_0_1"/>
          <p:cNvSpPr/>
          <p:nvPr/>
        </p:nvSpPr>
        <p:spPr>
          <a:xfrm>
            <a:off x="16273224" y="9627870"/>
            <a:ext cx="1100400" cy="335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AAAAAA"/>
              </a:buClr>
              <a:buSzPts val="1800"/>
              <a:buFont typeface="IBM Plex Mono"/>
              <a:buNone/>
            </a:pPr>
            <a:r>
              <a:rPr b="0" i="0" lang="en-US" sz="1800" u="none" cap="none" strike="noStrike">
                <a:solidFill>
                  <a:srgbClr val="AAAAAA"/>
                </a:solidFill>
                <a:latin typeface="IBM Plex Mono"/>
                <a:ea typeface="IBM Plex Mono"/>
                <a:cs typeface="IBM Plex Mono"/>
                <a:sym typeface="IBM Plex Mono"/>
              </a:rPr>
              <a:t>07 / 19</a:t>
            </a:r>
            <a:endParaRPr b="0" i="0" sz="1800" u="none" cap="none" strike="noStrike">
              <a:solidFill>
                <a:schemeClr val="dk1"/>
              </a:solidFill>
              <a:latin typeface="Calibri"/>
              <a:ea typeface="Calibri"/>
              <a:cs typeface="Calibri"/>
              <a:sym typeface="Calibri"/>
            </a:endParaRPr>
          </a:p>
        </p:txBody>
      </p:sp>
      <p:sp>
        <p:nvSpPr>
          <p:cNvPr id="601" name="Google Shape;601;g3f7648fcba8_0_1"/>
          <p:cNvSpPr/>
          <p:nvPr/>
        </p:nvSpPr>
        <p:spPr>
          <a:xfrm>
            <a:off x="4485975" y="4930838"/>
            <a:ext cx="3582000" cy="1467000"/>
          </a:xfrm>
          <a:prstGeom prst="roundRect">
            <a:avLst>
              <a:gd fmla="val 16667" name="adj"/>
            </a:avLst>
          </a:prstGeom>
          <a:solidFill>
            <a:schemeClr val="lt2"/>
          </a:solidFill>
          <a:ln cap="flat" cmpd="sng" w="38100">
            <a:solidFill>
              <a:srgbClr val="F789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000"/>
              <a:t>Project Manager</a:t>
            </a:r>
            <a:br>
              <a:rPr b="1" lang="en-US" sz="2000"/>
            </a:br>
            <a:r>
              <a:rPr b="1" lang="en-US" sz="2000"/>
              <a:t>Yulyani Sukendra</a:t>
            </a:r>
            <a:endParaRPr b="1" sz="2000"/>
          </a:p>
        </p:txBody>
      </p:sp>
      <p:sp>
        <p:nvSpPr>
          <p:cNvPr id="602" name="Google Shape;602;g3f7648fcba8_0_1"/>
          <p:cNvSpPr/>
          <p:nvPr/>
        </p:nvSpPr>
        <p:spPr>
          <a:xfrm>
            <a:off x="4485975" y="2537713"/>
            <a:ext cx="3582000" cy="1467000"/>
          </a:xfrm>
          <a:prstGeom prst="roundRect">
            <a:avLst>
              <a:gd fmla="val 16667" name="adj"/>
            </a:avLst>
          </a:prstGeom>
          <a:solidFill>
            <a:schemeClr val="lt2"/>
          </a:solidFill>
          <a:ln cap="flat" cmpd="sng" w="38100">
            <a:solidFill>
              <a:srgbClr val="F789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000"/>
              <a:t>Customer</a:t>
            </a:r>
            <a:endParaRPr b="1" sz="2000"/>
          </a:p>
        </p:txBody>
      </p:sp>
      <p:sp>
        <p:nvSpPr>
          <p:cNvPr id="603" name="Google Shape;603;g3f7648fcba8_0_1"/>
          <p:cNvSpPr/>
          <p:nvPr/>
        </p:nvSpPr>
        <p:spPr>
          <a:xfrm>
            <a:off x="1626750" y="7707475"/>
            <a:ext cx="4529400" cy="1467000"/>
          </a:xfrm>
          <a:prstGeom prst="roundRect">
            <a:avLst>
              <a:gd fmla="val 16667" name="adj"/>
            </a:avLst>
          </a:prstGeom>
          <a:solidFill>
            <a:schemeClr val="lt2"/>
          </a:solidFill>
          <a:ln cap="flat" cmpd="sng" w="38100">
            <a:solidFill>
              <a:srgbClr val="F789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000"/>
              <a:t>Data Science Engineer 1</a:t>
            </a:r>
            <a:br>
              <a:rPr b="1" lang="en-US" sz="2000"/>
            </a:br>
            <a:r>
              <a:rPr b="1" lang="en-US" sz="2000"/>
              <a:t>Brigita Christabel Surya Winata</a:t>
            </a:r>
            <a:endParaRPr b="1" sz="2000"/>
          </a:p>
        </p:txBody>
      </p:sp>
      <p:sp>
        <p:nvSpPr>
          <p:cNvPr id="604" name="Google Shape;604;g3f7648fcba8_0_1"/>
          <p:cNvSpPr/>
          <p:nvPr/>
        </p:nvSpPr>
        <p:spPr>
          <a:xfrm>
            <a:off x="11671300" y="5896550"/>
            <a:ext cx="4846800" cy="1467000"/>
          </a:xfrm>
          <a:prstGeom prst="roundRect">
            <a:avLst>
              <a:gd fmla="val 16667" name="adj"/>
            </a:avLst>
          </a:prstGeom>
          <a:solidFill>
            <a:schemeClr val="lt2"/>
          </a:solidFill>
          <a:ln cap="flat" cmpd="sng" w="38100">
            <a:solidFill>
              <a:srgbClr val="F789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000"/>
              <a:t>PIC Data Science</a:t>
            </a:r>
            <a:endParaRPr b="1" sz="2000"/>
          </a:p>
          <a:p>
            <a:pPr indent="0" lvl="0" marL="0" rtl="0" algn="ctr">
              <a:spcBef>
                <a:spcPts val="0"/>
              </a:spcBef>
              <a:spcAft>
                <a:spcPts val="0"/>
              </a:spcAft>
              <a:buNone/>
            </a:pPr>
            <a:r>
              <a:rPr b="1" lang="en-US" sz="2000"/>
              <a:t>Muhammad Dhomanhuri Malik Illyas</a:t>
            </a:r>
            <a:endParaRPr b="1" sz="2000"/>
          </a:p>
        </p:txBody>
      </p:sp>
      <p:cxnSp>
        <p:nvCxnSpPr>
          <p:cNvPr id="605" name="Google Shape;605;g3f7648fcba8_0_1"/>
          <p:cNvCxnSpPr>
            <a:stCxn id="602" idx="2"/>
            <a:endCxn id="601" idx="0"/>
          </p:cNvCxnSpPr>
          <p:nvPr/>
        </p:nvCxnSpPr>
        <p:spPr>
          <a:xfrm>
            <a:off x="6276975" y="4004713"/>
            <a:ext cx="0" cy="926100"/>
          </a:xfrm>
          <a:prstGeom prst="straightConnector1">
            <a:avLst/>
          </a:prstGeom>
          <a:noFill/>
          <a:ln cap="flat" cmpd="sng" w="28575">
            <a:solidFill>
              <a:srgbClr val="F7894A"/>
            </a:solidFill>
            <a:prstDash val="solid"/>
            <a:round/>
            <a:headEnd len="med" w="med" type="stealth"/>
            <a:tailEnd len="med" w="med" type="stealth"/>
          </a:ln>
        </p:spPr>
      </p:cxnSp>
      <p:cxnSp>
        <p:nvCxnSpPr>
          <p:cNvPr id="606" name="Google Shape;606;g3f7648fcba8_0_1"/>
          <p:cNvCxnSpPr>
            <a:stCxn id="607" idx="1"/>
            <a:endCxn id="601" idx="3"/>
          </p:cNvCxnSpPr>
          <p:nvPr/>
        </p:nvCxnSpPr>
        <p:spPr>
          <a:xfrm flipH="1">
            <a:off x="8067975" y="4698638"/>
            <a:ext cx="3603300" cy="965700"/>
          </a:xfrm>
          <a:prstGeom prst="bentConnector3">
            <a:avLst>
              <a:gd fmla="val 50000" name="adj1"/>
            </a:avLst>
          </a:prstGeom>
          <a:noFill/>
          <a:ln cap="flat" cmpd="sng" w="28575">
            <a:solidFill>
              <a:srgbClr val="F7894A"/>
            </a:solidFill>
            <a:prstDash val="solid"/>
            <a:round/>
            <a:headEnd len="med" w="med" type="none"/>
            <a:tailEnd len="med" w="med" type="stealth"/>
          </a:ln>
        </p:spPr>
      </p:cxnSp>
      <p:cxnSp>
        <p:nvCxnSpPr>
          <p:cNvPr id="608" name="Google Shape;608;g3f7648fcba8_0_1"/>
          <p:cNvCxnSpPr>
            <a:stCxn id="604" idx="1"/>
            <a:endCxn id="601" idx="3"/>
          </p:cNvCxnSpPr>
          <p:nvPr/>
        </p:nvCxnSpPr>
        <p:spPr>
          <a:xfrm rot="10800000">
            <a:off x="8068000" y="5664350"/>
            <a:ext cx="3603300" cy="965700"/>
          </a:xfrm>
          <a:prstGeom prst="bentConnector3">
            <a:avLst>
              <a:gd fmla="val 50000" name="adj1"/>
            </a:avLst>
          </a:prstGeom>
          <a:noFill/>
          <a:ln cap="flat" cmpd="sng" w="28575">
            <a:solidFill>
              <a:srgbClr val="F7894A"/>
            </a:solidFill>
            <a:prstDash val="solid"/>
            <a:round/>
            <a:headEnd len="med" w="med" type="none"/>
            <a:tailEnd len="med" w="med" type="stealth"/>
          </a:ln>
        </p:spPr>
      </p:cxnSp>
      <p:sp>
        <p:nvSpPr>
          <p:cNvPr id="609" name="Google Shape;609;g3f7648fcba8_0_1"/>
          <p:cNvSpPr/>
          <p:nvPr/>
        </p:nvSpPr>
        <p:spPr>
          <a:xfrm>
            <a:off x="6397795" y="7707475"/>
            <a:ext cx="4529400" cy="1467000"/>
          </a:xfrm>
          <a:prstGeom prst="roundRect">
            <a:avLst>
              <a:gd fmla="val 16667" name="adj"/>
            </a:avLst>
          </a:prstGeom>
          <a:solidFill>
            <a:schemeClr val="lt2"/>
          </a:solidFill>
          <a:ln cap="flat" cmpd="sng" w="38100">
            <a:solidFill>
              <a:srgbClr val="F789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000"/>
              <a:t>Data Science Engineer 2</a:t>
            </a:r>
            <a:br>
              <a:rPr b="1" lang="en-US" sz="2000"/>
            </a:br>
            <a:r>
              <a:rPr b="1" lang="en-US" sz="2000"/>
              <a:t>Panca Rizki Perkasa</a:t>
            </a:r>
            <a:endParaRPr b="1" sz="2000"/>
          </a:p>
        </p:txBody>
      </p:sp>
      <p:cxnSp>
        <p:nvCxnSpPr>
          <p:cNvPr id="610" name="Google Shape;610;g3f7648fcba8_0_1"/>
          <p:cNvCxnSpPr>
            <a:stCxn id="603" idx="0"/>
            <a:endCxn id="601" idx="2"/>
          </p:cNvCxnSpPr>
          <p:nvPr/>
        </p:nvCxnSpPr>
        <p:spPr>
          <a:xfrm rot="-5400000">
            <a:off x="4429500" y="5859925"/>
            <a:ext cx="1309500" cy="2385600"/>
          </a:xfrm>
          <a:prstGeom prst="bentConnector3">
            <a:avLst>
              <a:gd fmla="val 50005" name="adj1"/>
            </a:avLst>
          </a:prstGeom>
          <a:noFill/>
          <a:ln cap="flat" cmpd="sng" w="28575">
            <a:solidFill>
              <a:srgbClr val="F7894A"/>
            </a:solidFill>
            <a:prstDash val="solid"/>
            <a:round/>
            <a:headEnd len="med" w="med" type="none"/>
            <a:tailEnd len="med" w="med" type="stealth"/>
          </a:ln>
        </p:spPr>
      </p:cxnSp>
      <p:cxnSp>
        <p:nvCxnSpPr>
          <p:cNvPr id="611" name="Google Shape;611;g3f7648fcba8_0_1"/>
          <p:cNvCxnSpPr>
            <a:stCxn id="609" idx="0"/>
            <a:endCxn id="601" idx="2"/>
          </p:cNvCxnSpPr>
          <p:nvPr/>
        </p:nvCxnSpPr>
        <p:spPr>
          <a:xfrm flipH="1" rot="5400000">
            <a:off x="6814945" y="5859925"/>
            <a:ext cx="1309500" cy="2385600"/>
          </a:xfrm>
          <a:prstGeom prst="bentConnector3">
            <a:avLst>
              <a:gd fmla="val 50005" name="adj1"/>
            </a:avLst>
          </a:prstGeom>
          <a:noFill/>
          <a:ln cap="flat" cmpd="sng" w="28575">
            <a:solidFill>
              <a:srgbClr val="F7894A"/>
            </a:solidFill>
            <a:prstDash val="solid"/>
            <a:round/>
            <a:headEnd len="med" w="med" type="none"/>
            <a:tailEnd len="med" w="med" type="stealth"/>
          </a:ln>
        </p:spPr>
      </p:cxnSp>
      <p:sp>
        <p:nvSpPr>
          <p:cNvPr id="612" name="Google Shape;612;g3f7648fcba8_0_1"/>
          <p:cNvSpPr/>
          <p:nvPr/>
        </p:nvSpPr>
        <p:spPr>
          <a:xfrm>
            <a:off x="11671300" y="3965361"/>
            <a:ext cx="4846800" cy="1467000"/>
          </a:xfrm>
          <a:prstGeom prst="roundRect">
            <a:avLst>
              <a:gd fmla="val 16667" name="adj"/>
            </a:avLst>
          </a:prstGeom>
          <a:solidFill>
            <a:schemeClr val="lt2"/>
          </a:solidFill>
          <a:ln cap="flat" cmpd="sng" w="38100">
            <a:solidFill>
              <a:srgbClr val="F789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000"/>
              <a:t>Account Manager</a:t>
            </a:r>
            <a:endParaRPr b="1" sz="2000"/>
          </a:p>
          <a:p>
            <a:pPr indent="0" lvl="0" marL="0" rtl="0" algn="ctr">
              <a:spcBef>
                <a:spcPts val="0"/>
              </a:spcBef>
              <a:spcAft>
                <a:spcPts val="0"/>
              </a:spcAft>
              <a:buNone/>
            </a:pPr>
            <a:r>
              <a:rPr b="1" lang="en-US" sz="2000"/>
              <a:t>Christopher Kevin Palit</a:t>
            </a:r>
            <a:endParaRPr b="1"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2D2D"/>
        </a:solidFill>
      </p:bgPr>
    </p:bg>
    <p:spTree>
      <p:nvGrpSpPr>
        <p:cNvPr id="617" name="Shape 617"/>
        <p:cNvGrpSpPr/>
        <p:nvPr/>
      </p:nvGrpSpPr>
      <p:grpSpPr>
        <a:xfrm>
          <a:off x="0" y="0"/>
          <a:ext cx="0" cy="0"/>
          <a:chOff x="0" y="0"/>
          <a:chExt cx="0" cy="0"/>
        </a:xfrm>
      </p:grpSpPr>
      <p:sp>
        <p:nvSpPr>
          <p:cNvPr id="618" name="Google Shape;618;p18"/>
          <p:cNvSpPr/>
          <p:nvPr/>
        </p:nvSpPr>
        <p:spPr>
          <a:xfrm>
            <a:off x="990600" y="4210050"/>
            <a:ext cx="16796004" cy="1304925"/>
          </a:xfrm>
          <a:prstGeom prst="rect">
            <a:avLst/>
          </a:prstGeom>
          <a:noFill/>
          <a:ln>
            <a:noFill/>
          </a:ln>
        </p:spPr>
        <p:txBody>
          <a:bodyPr anchorCtr="0" anchor="t" bIns="25400" lIns="25400" spcFirstLastPara="1" rIns="25400" wrap="square" tIns="25400">
            <a:normAutofit/>
          </a:bodyPr>
          <a:lstStyle/>
          <a:p>
            <a:pPr indent="0" lvl="0" marL="0" marR="0" rtl="0" algn="l">
              <a:lnSpc>
                <a:spcPct val="75000"/>
              </a:lnSpc>
              <a:spcBef>
                <a:spcPts val="0"/>
              </a:spcBef>
              <a:spcAft>
                <a:spcPts val="0"/>
              </a:spcAft>
              <a:buClr>
                <a:srgbClr val="FFFFFF"/>
              </a:buClr>
              <a:buSzPts val="10500"/>
              <a:buFont typeface="Barlow Semi Condensed"/>
              <a:buNone/>
            </a:pPr>
            <a:r>
              <a:rPr b="1" i="0" lang="en-US" sz="9713" u="none" cap="none" strike="noStrike">
                <a:solidFill>
                  <a:srgbClr val="FFFFFF"/>
                </a:solidFill>
                <a:latin typeface="Barlow Semi Condensed"/>
                <a:ea typeface="Barlow Semi Condensed"/>
                <a:cs typeface="Barlow Semi Condensed"/>
                <a:sym typeface="Barlow Semi Condensed"/>
              </a:rPr>
              <a:t>Thank you.</a:t>
            </a:r>
            <a:endParaRPr b="0" i="0" sz="9713" u="none" cap="none" strike="noStrike">
              <a:solidFill>
                <a:schemeClr val="dk1"/>
              </a:solidFill>
              <a:latin typeface="Calibri"/>
              <a:ea typeface="Calibri"/>
              <a:cs typeface="Calibri"/>
              <a:sym typeface="Calibri"/>
            </a:endParaRPr>
          </a:p>
        </p:txBody>
      </p:sp>
      <p:sp>
        <p:nvSpPr>
          <p:cNvPr id="619" name="Google Shape;619;p18"/>
          <p:cNvSpPr/>
          <p:nvPr/>
        </p:nvSpPr>
        <p:spPr>
          <a:xfrm>
            <a:off x="990600" y="5915025"/>
            <a:ext cx="1333500" cy="47625"/>
          </a:xfrm>
          <a:prstGeom prst="rect">
            <a:avLst/>
          </a:prstGeom>
          <a:solidFill>
            <a:srgbClr val="F265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18"/>
          <p:cNvSpPr/>
          <p:nvPr/>
        </p:nvSpPr>
        <p:spPr>
          <a:xfrm>
            <a:off x="990570" y="6412350"/>
            <a:ext cx="3493500" cy="388500"/>
          </a:xfrm>
          <a:prstGeom prst="rect">
            <a:avLst/>
          </a:prstGeom>
          <a:noFill/>
          <a:ln>
            <a:noFill/>
          </a:ln>
        </p:spPr>
        <p:txBody>
          <a:bodyPr anchorCtr="0" anchor="t" bIns="25400" lIns="25400" spcFirstLastPara="1" rIns="25400" wrap="square" tIns="25400">
            <a:normAutofit/>
          </a:bodyPr>
          <a:lstStyle/>
          <a:p>
            <a:pPr indent="0" lvl="0" marL="0" rtl="0" algn="l">
              <a:spcBef>
                <a:spcPts val="0"/>
              </a:spcBef>
              <a:spcAft>
                <a:spcPts val="0"/>
              </a:spcAft>
              <a:buClr>
                <a:schemeClr val="lt1"/>
              </a:buClr>
              <a:buSzPts val="2250"/>
              <a:buFont typeface="Barlow Semi Condensed"/>
              <a:buNone/>
            </a:pPr>
            <a:r>
              <a:rPr b="1" lang="en-US" sz="1800">
                <a:solidFill>
                  <a:schemeClr val="lt1"/>
                </a:solidFill>
                <a:latin typeface="Barlow Semi Condensed"/>
                <a:ea typeface="Barlow Semi Condensed"/>
                <a:cs typeface="Barlow Semi Condensed"/>
                <a:sym typeface="Barlow Semi Condensed"/>
              </a:rPr>
              <a:t>Muhammad  Dhomanhuri Malik Illyas</a:t>
            </a:r>
            <a:endParaRPr sz="1800">
              <a:solidFill>
                <a:schemeClr val="dk1"/>
              </a:solidFill>
              <a:latin typeface="Calibri"/>
              <a:ea typeface="Calibri"/>
              <a:cs typeface="Calibri"/>
              <a:sym typeface="Calibri"/>
            </a:endParaRPr>
          </a:p>
          <a:p>
            <a:pPr indent="0" lvl="0" marL="0" rtl="0" algn="l">
              <a:spcBef>
                <a:spcPts val="0"/>
              </a:spcBef>
              <a:spcAft>
                <a:spcPts val="0"/>
              </a:spcAft>
              <a:buClr>
                <a:schemeClr val="lt1"/>
              </a:buClr>
              <a:buSzPts val="2250"/>
              <a:buFont typeface="Barlow Semi Condensed"/>
              <a:buNone/>
            </a:pPr>
            <a:r>
              <a:t/>
            </a:r>
            <a:endParaRPr b="1" sz="1800">
              <a:solidFill>
                <a:schemeClr val="lt1"/>
              </a:solidFill>
              <a:latin typeface="Barlow Semi Condensed"/>
              <a:ea typeface="Barlow Semi Condensed"/>
              <a:cs typeface="Barlow Semi Condensed"/>
              <a:sym typeface="Barlow Semi Condensed"/>
            </a:endParaRPr>
          </a:p>
          <a:p>
            <a:pPr indent="0" lvl="0" marL="0" marR="0" rtl="0" algn="l">
              <a:lnSpc>
                <a:spcPct val="100000"/>
              </a:lnSpc>
              <a:spcBef>
                <a:spcPts val="0"/>
              </a:spcBef>
              <a:spcAft>
                <a:spcPts val="0"/>
              </a:spcAft>
              <a:buClr>
                <a:srgbClr val="FFFFFF"/>
              </a:buClr>
              <a:buSzPts val="2250"/>
              <a:buFont typeface="Barlow Semi Condensed"/>
              <a:buNone/>
            </a:pPr>
            <a:r>
              <a:t/>
            </a:r>
            <a:endParaRPr b="1" sz="1800">
              <a:solidFill>
                <a:schemeClr val="lt1"/>
              </a:solidFill>
              <a:latin typeface="Barlow Semi Condensed"/>
              <a:ea typeface="Barlow Semi Condensed"/>
              <a:cs typeface="Barlow Semi Condensed"/>
              <a:sym typeface="Barlow Semi Condensed"/>
            </a:endParaRPr>
          </a:p>
        </p:txBody>
      </p:sp>
      <p:sp>
        <p:nvSpPr>
          <p:cNvPr id="621" name="Google Shape;621;p18"/>
          <p:cNvSpPr/>
          <p:nvPr/>
        </p:nvSpPr>
        <p:spPr>
          <a:xfrm>
            <a:off x="990570" y="6789300"/>
            <a:ext cx="2948130" cy="35052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F7894A"/>
              </a:buClr>
              <a:buSzPts val="1875"/>
              <a:buFont typeface="IBM Plex Sans"/>
              <a:buNone/>
            </a:pPr>
            <a:r>
              <a:rPr lang="en-US" sz="1875">
                <a:solidFill>
                  <a:srgbClr val="F7894A"/>
                </a:solidFill>
                <a:latin typeface="IBM Plex Sans"/>
                <a:ea typeface="IBM Plex Sans"/>
                <a:cs typeface="IBM Plex Sans"/>
                <a:sym typeface="IBM Plex Sans"/>
              </a:rPr>
              <a:t>Solution Architect</a:t>
            </a:r>
            <a:endParaRPr sz="1875">
              <a:solidFill>
                <a:srgbClr val="F7894A"/>
              </a:solidFill>
              <a:latin typeface="IBM Plex Sans"/>
              <a:ea typeface="IBM Plex Sans"/>
              <a:cs typeface="IBM Plex Sans"/>
              <a:sym typeface="IBM Plex Sans"/>
            </a:endParaRPr>
          </a:p>
        </p:txBody>
      </p:sp>
      <p:sp>
        <p:nvSpPr>
          <p:cNvPr id="622" name="Google Shape;622;p18"/>
          <p:cNvSpPr/>
          <p:nvPr/>
        </p:nvSpPr>
        <p:spPr>
          <a:xfrm>
            <a:off x="11439892" y="6438900"/>
            <a:ext cx="5857508" cy="723900"/>
          </a:xfrm>
          <a:prstGeom prst="rect">
            <a:avLst/>
          </a:prstGeom>
          <a:noFill/>
          <a:ln>
            <a:noFill/>
          </a:ln>
        </p:spPr>
        <p:txBody>
          <a:bodyPr anchorCtr="0" anchor="t" bIns="25400" lIns="25400" spcFirstLastPara="1" rIns="25400" wrap="square" tIns="25400">
            <a:normAutofit/>
          </a:bodyPr>
          <a:lstStyle/>
          <a:p>
            <a:pPr indent="0" lvl="0" marL="0" marR="0" rtl="0" algn="r">
              <a:lnSpc>
                <a:spcPct val="140000"/>
              </a:lnSpc>
              <a:spcBef>
                <a:spcPts val="0"/>
              </a:spcBef>
              <a:spcAft>
                <a:spcPts val="0"/>
              </a:spcAft>
              <a:buClr>
                <a:srgbClr val="FFFFFF"/>
              </a:buClr>
              <a:buSzPts val="1800"/>
              <a:buFont typeface="IBM Plex Sans"/>
              <a:buNone/>
            </a:pPr>
            <a:r>
              <a:rPr b="0" i="0" lang="en-US" sz="1530" u="none" cap="none" strike="noStrike">
                <a:solidFill>
                  <a:srgbClr val="FFFFFF"/>
                </a:solidFill>
                <a:latin typeface="IBM Plex Sans"/>
                <a:ea typeface="IBM Plex Sans"/>
                <a:cs typeface="IBM Plex Sans"/>
                <a:sym typeface="IBM Plex Sans"/>
              </a:rPr>
              <a:t>PT Sisindokom Lintasbuana Indonesia's Enterprise IT System Integrator since 1990</a:t>
            </a:r>
            <a:endParaRPr b="0" i="0" sz="1530" u="none" cap="none" strike="noStrike">
              <a:solidFill>
                <a:schemeClr val="dk1"/>
              </a:solidFill>
              <a:latin typeface="Calibri"/>
              <a:ea typeface="Calibri"/>
              <a:cs typeface="Calibri"/>
              <a:sym typeface="Calibri"/>
            </a:endParaRPr>
          </a:p>
        </p:txBody>
      </p:sp>
      <p:pic>
        <p:nvPicPr>
          <p:cNvPr descr="preencoded.png" id="623" name="Google Shape;623;p18"/>
          <p:cNvPicPr preferRelativeResize="0"/>
          <p:nvPr/>
        </p:nvPicPr>
        <p:blipFill rotWithShape="1">
          <a:blip r:embed="rId3">
            <a:alphaModFix/>
          </a:blip>
          <a:srcRect b="36060" l="0" r="0" t="31392"/>
          <a:stretch/>
        </p:blipFill>
        <p:spPr>
          <a:xfrm>
            <a:off x="990597" y="3244875"/>
            <a:ext cx="2686650" cy="874450"/>
          </a:xfrm>
          <a:prstGeom prst="rect">
            <a:avLst/>
          </a:prstGeom>
          <a:noFill/>
          <a:ln>
            <a:noFill/>
          </a:ln>
        </p:spPr>
      </p:pic>
      <p:sp>
        <p:nvSpPr>
          <p:cNvPr id="624" name="Google Shape;624;p18"/>
          <p:cNvSpPr/>
          <p:nvPr/>
        </p:nvSpPr>
        <p:spPr>
          <a:xfrm>
            <a:off x="4484100" y="6438900"/>
            <a:ext cx="3493500" cy="3885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FFFF"/>
              </a:buClr>
              <a:buSzPts val="2250"/>
              <a:buFont typeface="Barlow Semi Condensed"/>
              <a:buNone/>
            </a:pPr>
            <a:r>
              <a:t/>
            </a:r>
            <a:endParaRPr b="1" i="0" sz="1800" u="none" cap="none" strike="noStrike">
              <a:solidFill>
                <a:srgbClr val="FFFFFF"/>
              </a:solidFill>
              <a:latin typeface="Barlow Semi Condensed"/>
              <a:ea typeface="Barlow Semi Condensed"/>
              <a:cs typeface="Barlow Semi Condensed"/>
              <a:sym typeface="Barlow Semi Condensed"/>
            </a:endParaRPr>
          </a:p>
        </p:txBody>
      </p:sp>
      <p:sp>
        <p:nvSpPr>
          <p:cNvPr id="625" name="Google Shape;625;p18"/>
          <p:cNvSpPr/>
          <p:nvPr/>
        </p:nvSpPr>
        <p:spPr>
          <a:xfrm>
            <a:off x="4484100" y="6789420"/>
            <a:ext cx="2948100" cy="350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7894A"/>
              </a:buClr>
              <a:buSzPts val="1875"/>
              <a:buFont typeface="IBM Plex Sans"/>
              <a:buNone/>
            </a:pPr>
            <a:r>
              <a:t/>
            </a:r>
            <a:endParaRPr b="0" i="0" sz="1875" u="none" cap="none" strike="noStrike">
              <a:solidFill>
                <a:srgbClr val="F7894A"/>
              </a:solidFill>
              <a:latin typeface="IBM Plex Sans"/>
              <a:ea typeface="IBM Plex Sans"/>
              <a:cs typeface="IBM Plex Sans"/>
              <a:sym typeface="IBM Plex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630" name="Shape 630"/>
        <p:cNvGrpSpPr/>
        <p:nvPr/>
      </p:nvGrpSpPr>
      <p:grpSpPr>
        <a:xfrm>
          <a:off x="0" y="0"/>
          <a:ext cx="0" cy="0"/>
          <a:chOff x="0" y="0"/>
          <a:chExt cx="0" cy="0"/>
        </a:xfrm>
      </p:grpSpPr>
      <p:sp>
        <p:nvSpPr>
          <p:cNvPr id="631" name="Google Shape;631;g3f676a81c90_4_26"/>
          <p:cNvSpPr/>
          <p:nvPr/>
        </p:nvSpPr>
        <p:spPr>
          <a:xfrm>
            <a:off x="990600" y="1993344"/>
            <a:ext cx="16306800" cy="22800"/>
          </a:xfrm>
          <a:prstGeom prst="rect">
            <a:avLst/>
          </a:prstGeom>
          <a:solidFill>
            <a:srgbClr val="F265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g3f676a81c90_4_26"/>
          <p:cNvSpPr/>
          <p:nvPr/>
        </p:nvSpPr>
        <p:spPr>
          <a:xfrm>
            <a:off x="990600" y="762000"/>
            <a:ext cx="8422800" cy="312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26522"/>
              </a:buClr>
              <a:buSzPts val="1800"/>
              <a:buFont typeface="Barlow Semi Condensed"/>
              <a:buNone/>
            </a:pPr>
            <a:r>
              <a:rPr b="1" lang="en-US" sz="1800">
                <a:solidFill>
                  <a:srgbClr val="F26522"/>
                </a:solidFill>
                <a:latin typeface="Barlow Semi Condensed"/>
                <a:ea typeface="Barlow Semi Condensed"/>
                <a:cs typeface="Barlow Semi Condensed"/>
                <a:sym typeface="Barlow Semi Condensed"/>
              </a:rPr>
              <a:t>Sisindokom Team</a:t>
            </a:r>
            <a:endParaRPr b="0" i="0" sz="1800" u="none" cap="none" strike="noStrike">
              <a:solidFill>
                <a:schemeClr val="dk1"/>
              </a:solidFill>
              <a:latin typeface="Calibri"/>
              <a:ea typeface="Calibri"/>
              <a:cs typeface="Calibri"/>
              <a:sym typeface="Calibri"/>
            </a:endParaRPr>
          </a:p>
        </p:txBody>
      </p:sp>
      <p:sp>
        <p:nvSpPr>
          <p:cNvPr id="633" name="Google Shape;633;g3f676a81c90_4_26"/>
          <p:cNvSpPr/>
          <p:nvPr/>
        </p:nvSpPr>
        <p:spPr>
          <a:xfrm>
            <a:off x="990600" y="1169675"/>
            <a:ext cx="8484900" cy="652200"/>
          </a:xfrm>
          <a:prstGeom prst="rect">
            <a:avLst/>
          </a:prstGeom>
          <a:noFill/>
          <a:ln>
            <a:noFill/>
          </a:ln>
        </p:spPr>
        <p:txBody>
          <a:bodyPr anchorCtr="0" anchor="t" bIns="25400" lIns="25400" spcFirstLastPara="1" rIns="25400" wrap="square" tIns="25400">
            <a:noAutofit/>
          </a:bodyPr>
          <a:lstStyle/>
          <a:p>
            <a:pPr indent="0" lvl="0" marL="0" marR="0" rtl="0" algn="l">
              <a:lnSpc>
                <a:spcPct val="104000"/>
              </a:lnSpc>
              <a:spcBef>
                <a:spcPts val="0"/>
              </a:spcBef>
              <a:spcAft>
                <a:spcPts val="0"/>
              </a:spcAft>
              <a:buClr>
                <a:srgbClr val="2D2D2D"/>
              </a:buClr>
              <a:buSzPts val="4650"/>
              <a:buFont typeface="Barlow Semi Condensed"/>
              <a:buNone/>
            </a:pPr>
            <a:r>
              <a:rPr lang="en-US" sz="4200">
                <a:solidFill>
                  <a:schemeClr val="dk1"/>
                </a:solidFill>
                <a:latin typeface="Barlow Semi Condensed SemiBold"/>
                <a:ea typeface="Barlow Semi Condensed SemiBold"/>
                <a:cs typeface="Barlow Semi Condensed SemiBold"/>
                <a:sym typeface="Barlow Semi Condensed SemiBold"/>
              </a:rPr>
              <a:t>Development Overview</a:t>
            </a:r>
            <a:endParaRPr i="0" sz="4200" u="none" cap="none" strike="noStrike">
              <a:solidFill>
                <a:schemeClr val="dk1"/>
              </a:solidFill>
              <a:latin typeface="Barlow Semi Condensed SemiBold"/>
              <a:ea typeface="Barlow Semi Condensed SemiBold"/>
              <a:cs typeface="Barlow Semi Condensed SemiBold"/>
              <a:sym typeface="Barlow Semi Condensed SemiBold"/>
            </a:endParaRPr>
          </a:p>
        </p:txBody>
      </p:sp>
      <p:sp>
        <p:nvSpPr>
          <p:cNvPr id="634" name="Google Shape;634;g3f676a81c90_4_26"/>
          <p:cNvSpPr/>
          <p:nvPr/>
        </p:nvSpPr>
        <p:spPr>
          <a:xfrm>
            <a:off x="990600" y="9669780"/>
            <a:ext cx="5308500" cy="96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g3f676a81c90_4_26"/>
          <p:cNvSpPr/>
          <p:nvPr/>
        </p:nvSpPr>
        <p:spPr>
          <a:xfrm>
            <a:off x="6489621" y="9669780"/>
            <a:ext cx="5308500" cy="96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g3f676a81c90_4_26"/>
          <p:cNvSpPr/>
          <p:nvPr/>
        </p:nvSpPr>
        <p:spPr>
          <a:xfrm>
            <a:off x="11988760" y="9669780"/>
            <a:ext cx="5308500" cy="96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37" name="Google Shape;637;g3f676a81c90_4_26"/>
          <p:cNvPicPr preferRelativeResize="0"/>
          <p:nvPr/>
        </p:nvPicPr>
        <p:blipFill rotWithShape="1">
          <a:blip r:embed="rId3">
            <a:alphaModFix/>
          </a:blip>
          <a:srcRect b="36060" l="0" r="0" t="31392"/>
          <a:stretch/>
        </p:blipFill>
        <p:spPr>
          <a:xfrm>
            <a:off x="15369710" y="762000"/>
            <a:ext cx="2003891" cy="652225"/>
          </a:xfrm>
          <a:prstGeom prst="rect">
            <a:avLst/>
          </a:prstGeom>
          <a:noFill/>
          <a:ln>
            <a:noFill/>
          </a:ln>
        </p:spPr>
      </p:pic>
      <p:sp>
        <p:nvSpPr>
          <p:cNvPr id="638" name="Google Shape;638;g3f676a81c90_4_26"/>
          <p:cNvSpPr/>
          <p:nvPr/>
        </p:nvSpPr>
        <p:spPr>
          <a:xfrm>
            <a:off x="16273224" y="9627870"/>
            <a:ext cx="1100400" cy="335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AAAAAA"/>
              </a:buClr>
              <a:buSzPts val="1800"/>
              <a:buFont typeface="IBM Plex Mono"/>
              <a:buNone/>
            </a:pPr>
            <a:r>
              <a:rPr b="0" i="0" lang="en-US" sz="1800" u="none" cap="none" strike="noStrike">
                <a:solidFill>
                  <a:srgbClr val="AAAAAA"/>
                </a:solidFill>
                <a:latin typeface="IBM Plex Mono"/>
                <a:ea typeface="IBM Plex Mono"/>
                <a:cs typeface="IBM Plex Mono"/>
                <a:sym typeface="IBM Plex Mono"/>
              </a:rPr>
              <a:t>07 / 19</a:t>
            </a:r>
            <a:endParaRPr b="0" i="0" sz="1800" u="none" cap="none" strike="noStrike">
              <a:solidFill>
                <a:schemeClr val="dk1"/>
              </a:solidFill>
              <a:latin typeface="Calibri"/>
              <a:ea typeface="Calibri"/>
              <a:cs typeface="Calibri"/>
              <a:sym typeface="Calibri"/>
            </a:endParaRPr>
          </a:p>
        </p:txBody>
      </p:sp>
      <p:sp>
        <p:nvSpPr>
          <p:cNvPr id="639" name="Google Shape;639;g3f676a81c90_4_26"/>
          <p:cNvSpPr/>
          <p:nvPr/>
        </p:nvSpPr>
        <p:spPr>
          <a:xfrm>
            <a:off x="1120525" y="2595263"/>
            <a:ext cx="3582000" cy="1467000"/>
          </a:xfrm>
          <a:prstGeom prst="roundRect">
            <a:avLst>
              <a:gd fmla="val 16667" name="adj"/>
            </a:avLst>
          </a:prstGeom>
          <a:solidFill>
            <a:schemeClr val="lt2"/>
          </a:solidFill>
          <a:ln cap="flat" cmpd="sng" w="38100">
            <a:solidFill>
              <a:srgbClr val="F789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000"/>
              <a:t>PHR</a:t>
            </a:r>
            <a:endParaRPr b="1" sz="2000"/>
          </a:p>
          <a:p>
            <a:pPr indent="0" lvl="0" marL="0" rtl="0" algn="ctr">
              <a:spcBef>
                <a:spcPts val="0"/>
              </a:spcBef>
              <a:spcAft>
                <a:spcPts val="0"/>
              </a:spcAft>
              <a:buNone/>
            </a:pPr>
            <a:r>
              <a:rPr b="1" lang="en-US" sz="2000"/>
              <a:t>Dataset</a:t>
            </a:r>
            <a:endParaRPr b="1" sz="2000"/>
          </a:p>
        </p:txBody>
      </p:sp>
      <p:sp>
        <p:nvSpPr>
          <p:cNvPr id="640" name="Google Shape;640;g3f676a81c90_4_26"/>
          <p:cNvSpPr/>
          <p:nvPr/>
        </p:nvSpPr>
        <p:spPr>
          <a:xfrm>
            <a:off x="5275425" y="2595263"/>
            <a:ext cx="3582000" cy="1467000"/>
          </a:xfrm>
          <a:prstGeom prst="roundRect">
            <a:avLst>
              <a:gd fmla="val 16667" name="adj"/>
            </a:avLst>
          </a:prstGeom>
          <a:solidFill>
            <a:schemeClr val="lt2"/>
          </a:solidFill>
          <a:ln cap="flat" cmpd="sng" w="38100">
            <a:solidFill>
              <a:srgbClr val="F789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000"/>
              <a:t>Development Model</a:t>
            </a:r>
            <a:endParaRPr b="1" sz="2000"/>
          </a:p>
        </p:txBody>
      </p:sp>
      <p:sp>
        <p:nvSpPr>
          <p:cNvPr id="641" name="Google Shape;641;g3f676a81c90_4_26"/>
          <p:cNvSpPr/>
          <p:nvPr/>
        </p:nvSpPr>
        <p:spPr>
          <a:xfrm>
            <a:off x="9430325" y="2595263"/>
            <a:ext cx="3582000" cy="1467000"/>
          </a:xfrm>
          <a:prstGeom prst="roundRect">
            <a:avLst>
              <a:gd fmla="val 16667" name="adj"/>
            </a:avLst>
          </a:prstGeom>
          <a:solidFill>
            <a:schemeClr val="lt2"/>
          </a:solidFill>
          <a:ln cap="flat" cmpd="sng" w="38100">
            <a:solidFill>
              <a:srgbClr val="F789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000"/>
              <a:t>Development Platform</a:t>
            </a:r>
            <a:endParaRPr b="1" sz="2000"/>
          </a:p>
        </p:txBody>
      </p:sp>
      <p:sp>
        <p:nvSpPr>
          <p:cNvPr id="642" name="Google Shape;642;g3f676a81c90_4_26"/>
          <p:cNvSpPr/>
          <p:nvPr/>
        </p:nvSpPr>
        <p:spPr>
          <a:xfrm>
            <a:off x="13585225" y="2595263"/>
            <a:ext cx="3582000" cy="1467000"/>
          </a:xfrm>
          <a:prstGeom prst="roundRect">
            <a:avLst>
              <a:gd fmla="val 16667" name="adj"/>
            </a:avLst>
          </a:prstGeom>
          <a:solidFill>
            <a:schemeClr val="lt2"/>
          </a:solidFill>
          <a:ln cap="flat" cmpd="sng" w="38100">
            <a:solidFill>
              <a:srgbClr val="F789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000"/>
              <a:t>Evaluation</a:t>
            </a:r>
            <a:endParaRPr b="1" sz="2000"/>
          </a:p>
        </p:txBody>
      </p:sp>
      <p:cxnSp>
        <p:nvCxnSpPr>
          <p:cNvPr id="643" name="Google Shape;643;g3f676a81c90_4_26"/>
          <p:cNvCxnSpPr>
            <a:stCxn id="639" idx="3"/>
            <a:endCxn id="640" idx="1"/>
          </p:cNvCxnSpPr>
          <p:nvPr/>
        </p:nvCxnSpPr>
        <p:spPr>
          <a:xfrm>
            <a:off x="4702525" y="3328763"/>
            <a:ext cx="573000" cy="0"/>
          </a:xfrm>
          <a:prstGeom prst="straightConnector1">
            <a:avLst/>
          </a:prstGeom>
          <a:noFill/>
          <a:ln cap="flat" cmpd="sng" w="28575">
            <a:solidFill>
              <a:srgbClr val="F7894A"/>
            </a:solidFill>
            <a:prstDash val="solid"/>
            <a:round/>
            <a:headEnd len="med" w="med" type="none"/>
            <a:tailEnd len="med" w="med" type="triangle"/>
          </a:ln>
        </p:spPr>
      </p:cxnSp>
      <p:cxnSp>
        <p:nvCxnSpPr>
          <p:cNvPr id="644" name="Google Shape;644;g3f676a81c90_4_26"/>
          <p:cNvCxnSpPr>
            <a:stCxn id="640" idx="3"/>
            <a:endCxn id="641" idx="1"/>
          </p:cNvCxnSpPr>
          <p:nvPr/>
        </p:nvCxnSpPr>
        <p:spPr>
          <a:xfrm>
            <a:off x="8857425" y="3328763"/>
            <a:ext cx="573000" cy="0"/>
          </a:xfrm>
          <a:prstGeom prst="straightConnector1">
            <a:avLst/>
          </a:prstGeom>
          <a:noFill/>
          <a:ln cap="flat" cmpd="sng" w="28575">
            <a:solidFill>
              <a:schemeClr val="accent2"/>
            </a:solidFill>
            <a:prstDash val="solid"/>
            <a:round/>
            <a:headEnd len="med" w="med" type="none"/>
            <a:tailEnd len="med" w="med" type="triangle"/>
          </a:ln>
        </p:spPr>
      </p:cxnSp>
      <p:cxnSp>
        <p:nvCxnSpPr>
          <p:cNvPr id="645" name="Google Shape;645;g3f676a81c90_4_26"/>
          <p:cNvCxnSpPr>
            <a:stCxn id="641" idx="3"/>
            <a:endCxn id="642" idx="1"/>
          </p:cNvCxnSpPr>
          <p:nvPr/>
        </p:nvCxnSpPr>
        <p:spPr>
          <a:xfrm>
            <a:off x="13012325" y="3328763"/>
            <a:ext cx="573000" cy="0"/>
          </a:xfrm>
          <a:prstGeom prst="straightConnector1">
            <a:avLst/>
          </a:prstGeom>
          <a:noFill/>
          <a:ln cap="flat" cmpd="sng" w="28575">
            <a:solidFill>
              <a:schemeClr val="accent2"/>
            </a:solidFill>
            <a:prstDash val="solid"/>
            <a:round/>
            <a:headEnd len="med" w="med" type="none"/>
            <a:tailEnd len="med" w="med" type="triangle"/>
          </a:ln>
        </p:spPr>
      </p:cxnSp>
      <p:sp>
        <p:nvSpPr>
          <p:cNvPr id="646" name="Google Shape;646;g3f676a81c90_4_26"/>
          <p:cNvSpPr/>
          <p:nvPr/>
        </p:nvSpPr>
        <p:spPr>
          <a:xfrm>
            <a:off x="1120650" y="4787538"/>
            <a:ext cx="3582000" cy="1467000"/>
          </a:xfrm>
          <a:prstGeom prst="roundRect">
            <a:avLst>
              <a:gd fmla="val 16667" name="adj"/>
            </a:avLst>
          </a:prstGeom>
          <a:solidFill>
            <a:schemeClr val="lt2"/>
          </a:solidFill>
          <a:ln cap="flat" cmpd="sng" w="38100">
            <a:solidFill>
              <a:srgbClr val="F789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000"/>
              <a:t>PHR</a:t>
            </a:r>
            <a:endParaRPr b="1" sz="2000"/>
          </a:p>
          <a:p>
            <a:pPr indent="0" lvl="0" marL="0" rtl="0" algn="ctr">
              <a:spcBef>
                <a:spcPts val="0"/>
              </a:spcBef>
              <a:spcAft>
                <a:spcPts val="0"/>
              </a:spcAft>
              <a:buNone/>
            </a:pPr>
            <a:r>
              <a:rPr b="1" lang="en-US" sz="2000"/>
              <a:t>Model</a:t>
            </a:r>
            <a:endParaRPr b="1" sz="2000"/>
          </a:p>
        </p:txBody>
      </p:sp>
      <p:sp>
        <p:nvSpPr>
          <p:cNvPr id="647" name="Google Shape;647;g3f676a81c90_4_26"/>
          <p:cNvSpPr/>
          <p:nvPr/>
        </p:nvSpPr>
        <p:spPr>
          <a:xfrm>
            <a:off x="5275425" y="4787538"/>
            <a:ext cx="3582000" cy="1467000"/>
          </a:xfrm>
          <a:prstGeom prst="roundRect">
            <a:avLst>
              <a:gd fmla="val 16667" name="adj"/>
            </a:avLst>
          </a:prstGeom>
          <a:solidFill>
            <a:schemeClr val="lt2"/>
          </a:solidFill>
          <a:ln cap="flat" cmpd="sng" w="38100">
            <a:solidFill>
              <a:srgbClr val="F789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000"/>
              <a:t>Development Platform</a:t>
            </a:r>
            <a:endParaRPr b="1" sz="2000"/>
          </a:p>
        </p:txBody>
      </p:sp>
      <p:sp>
        <p:nvSpPr>
          <p:cNvPr id="648" name="Google Shape;648;g3f676a81c90_4_26"/>
          <p:cNvSpPr/>
          <p:nvPr/>
        </p:nvSpPr>
        <p:spPr>
          <a:xfrm>
            <a:off x="9430325" y="4787538"/>
            <a:ext cx="3582000" cy="1467000"/>
          </a:xfrm>
          <a:prstGeom prst="roundRect">
            <a:avLst>
              <a:gd fmla="val 16667" name="adj"/>
            </a:avLst>
          </a:prstGeom>
          <a:solidFill>
            <a:schemeClr val="lt2"/>
          </a:solidFill>
          <a:ln cap="flat" cmpd="sng" w="38100">
            <a:solidFill>
              <a:srgbClr val="F789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000"/>
              <a:t>Evaluation</a:t>
            </a:r>
            <a:endParaRPr b="1" sz="2000"/>
          </a:p>
        </p:txBody>
      </p:sp>
      <p:cxnSp>
        <p:nvCxnSpPr>
          <p:cNvPr id="649" name="Google Shape;649;g3f676a81c90_4_26"/>
          <p:cNvCxnSpPr>
            <a:stCxn id="646" idx="3"/>
            <a:endCxn id="650" idx="1"/>
          </p:cNvCxnSpPr>
          <p:nvPr/>
        </p:nvCxnSpPr>
        <p:spPr>
          <a:xfrm>
            <a:off x="4702650" y="5521038"/>
            <a:ext cx="573000" cy="0"/>
          </a:xfrm>
          <a:prstGeom prst="straightConnector1">
            <a:avLst/>
          </a:prstGeom>
          <a:noFill/>
          <a:ln cap="flat" cmpd="sng" w="28575">
            <a:solidFill>
              <a:srgbClr val="F7894A"/>
            </a:solidFill>
            <a:prstDash val="solid"/>
            <a:round/>
            <a:headEnd len="med" w="med" type="none"/>
            <a:tailEnd len="med" w="med" type="triangle"/>
          </a:ln>
        </p:spPr>
      </p:cxnSp>
      <p:cxnSp>
        <p:nvCxnSpPr>
          <p:cNvPr id="651" name="Google Shape;651;g3f676a81c90_4_26"/>
          <p:cNvCxnSpPr>
            <a:stCxn id="647" idx="3"/>
            <a:endCxn id="648" idx="1"/>
          </p:cNvCxnSpPr>
          <p:nvPr/>
        </p:nvCxnSpPr>
        <p:spPr>
          <a:xfrm>
            <a:off x="8857425" y="5521038"/>
            <a:ext cx="573000" cy="0"/>
          </a:xfrm>
          <a:prstGeom prst="straightConnector1">
            <a:avLst/>
          </a:prstGeom>
          <a:noFill/>
          <a:ln cap="flat" cmpd="sng" w="28575">
            <a:solidFill>
              <a:schemeClr val="accent2"/>
            </a:solidFill>
            <a:prstDash val="solid"/>
            <a:round/>
            <a:headEnd len="med" w="med" type="none"/>
            <a:tailEnd len="med" w="med" type="triangle"/>
          </a:ln>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2026-06-01T06:36:35Z</dcterms:created>
  <dc:creator>PptxGenJS</dc:creator>
</cp:coreProperties>
</file>